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58" r:id="rId5"/>
    <p:sldId id="260" r:id="rId6"/>
    <p:sldId id="264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5B246-3CB3-453A-88E9-F70E59818CDA}" v="1" dt="2026-09-26T10:17:01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HREE HALDER" userId="038ca4f0de393e21" providerId="LiveId" clId="{0A834EE8-E5CC-4A1E-8A89-F90141B49929}"/>
    <pc:docChg chg="custSel addSld modSld">
      <pc:chgData name="RAJASHREE HALDER" userId="038ca4f0de393e21" providerId="LiveId" clId="{0A834EE8-E5CC-4A1E-8A89-F90141B49929}" dt="2026-09-26T10:27:34.298" v="14" actId="14100"/>
      <pc:docMkLst>
        <pc:docMk/>
      </pc:docMkLst>
      <pc:sldChg chg="modSp mod">
        <pc:chgData name="RAJASHREE HALDER" userId="038ca4f0de393e21" providerId="LiveId" clId="{0A834EE8-E5CC-4A1E-8A89-F90141B49929}" dt="2026-09-26T10:16:44.097" v="0" actId="14100"/>
        <pc:sldMkLst>
          <pc:docMk/>
          <pc:sldMk cId="1157507472" sldId="256"/>
        </pc:sldMkLst>
        <pc:spChg chg="mod">
          <ac:chgData name="RAJASHREE HALDER" userId="038ca4f0de393e21" providerId="LiveId" clId="{0A834EE8-E5CC-4A1E-8A89-F90141B49929}" dt="2026-09-26T10:16:44.097" v="0" actId="14100"/>
          <ac:spMkLst>
            <pc:docMk/>
            <pc:sldMk cId="1157507472" sldId="256"/>
            <ac:spMk id="7" creationId="{556868FB-9B7A-9A0D-F965-A10262901F17}"/>
          </ac:spMkLst>
        </pc:spChg>
      </pc:sldChg>
      <pc:sldChg chg="addSp modSp mod">
        <pc:chgData name="RAJASHREE HALDER" userId="038ca4f0de393e21" providerId="LiveId" clId="{0A834EE8-E5CC-4A1E-8A89-F90141B49929}" dt="2026-09-26T10:17:10.376" v="4" actId="1076"/>
        <pc:sldMkLst>
          <pc:docMk/>
          <pc:sldMk cId="1618662372" sldId="257"/>
        </pc:sldMkLst>
        <pc:spChg chg="add mod">
          <ac:chgData name="RAJASHREE HALDER" userId="038ca4f0de393e21" providerId="LiveId" clId="{0A834EE8-E5CC-4A1E-8A89-F90141B49929}" dt="2026-09-26T10:17:10.376" v="4" actId="1076"/>
          <ac:spMkLst>
            <pc:docMk/>
            <pc:sldMk cId="1618662372" sldId="257"/>
            <ac:spMk id="16" creationId="{BA1EDB78-8224-538E-6341-7415BB71C3AE}"/>
          </ac:spMkLst>
        </pc:spChg>
      </pc:sldChg>
      <pc:sldChg chg="addSp delSp modSp new mod">
        <pc:chgData name="RAJASHREE HALDER" userId="038ca4f0de393e21" providerId="LiveId" clId="{0A834EE8-E5CC-4A1E-8A89-F90141B49929}" dt="2026-09-26T10:27:34.298" v="14" actId="14100"/>
        <pc:sldMkLst>
          <pc:docMk/>
          <pc:sldMk cId="4024435289" sldId="267"/>
        </pc:sldMkLst>
        <pc:spChg chg="del">
          <ac:chgData name="RAJASHREE HALDER" userId="038ca4f0de393e21" providerId="LiveId" clId="{0A834EE8-E5CC-4A1E-8A89-F90141B49929}" dt="2026-09-26T10:27:14.243" v="7" actId="478"/>
          <ac:spMkLst>
            <pc:docMk/>
            <pc:sldMk cId="4024435289" sldId="267"/>
            <ac:spMk id="2" creationId="{3E1C1A96-9122-4AA2-6F8B-13355A11D9A4}"/>
          </ac:spMkLst>
        </pc:spChg>
        <pc:spChg chg="del">
          <ac:chgData name="RAJASHREE HALDER" userId="038ca4f0de393e21" providerId="LiveId" clId="{0A834EE8-E5CC-4A1E-8A89-F90141B49929}" dt="2026-09-26T10:27:14.243" v="7" actId="478"/>
          <ac:spMkLst>
            <pc:docMk/>
            <pc:sldMk cId="4024435289" sldId="267"/>
            <ac:spMk id="3" creationId="{A3EBBF55-2C6C-C11B-7712-0CDFD70988E2}"/>
          </ac:spMkLst>
        </pc:spChg>
        <pc:spChg chg="del">
          <ac:chgData name="RAJASHREE HALDER" userId="038ca4f0de393e21" providerId="LiveId" clId="{0A834EE8-E5CC-4A1E-8A89-F90141B49929}" dt="2026-09-26T10:27:12.482" v="6" actId="478"/>
          <ac:spMkLst>
            <pc:docMk/>
            <pc:sldMk cId="4024435289" sldId="267"/>
            <ac:spMk id="4" creationId="{66666151-AAB7-5172-2D75-01BD0E52A947}"/>
          </ac:spMkLst>
        </pc:spChg>
        <pc:picChg chg="add mod">
          <ac:chgData name="RAJASHREE HALDER" userId="038ca4f0de393e21" providerId="LiveId" clId="{0A834EE8-E5CC-4A1E-8A89-F90141B49929}" dt="2026-09-26T10:27:34.298" v="14" actId="14100"/>
          <ac:picMkLst>
            <pc:docMk/>
            <pc:sldMk cId="4024435289" sldId="267"/>
            <ac:picMk id="5" creationId="{6311163D-223B-9117-F6BB-9811079737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0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38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78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98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1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12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63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33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14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4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3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50536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28781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85697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31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25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27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70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767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79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625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6200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85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518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79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0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540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993A-03A9-D114-6EBF-40D4837E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1117-03FB-0243-6BAD-A66BA69C4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74B14-416E-9101-5AEF-B9290956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6970-C4A0-526F-59EC-27AD15A0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721F-7CE3-9404-DBFF-5C5B71E2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51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6311-4141-9F11-F1FD-01D3ECA14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741B3-E811-C462-2309-7738200C7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468BF-A216-B00F-F51A-C7D2BFCA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37AD-8D71-2A59-72A2-42C73D58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2189-5CD4-2031-78A1-8D573DFF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59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6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is may contain: an abstract blue and white background with three diamond shapes on the bottom right corner, one in the middle">
            <a:extLst>
              <a:ext uri="{FF2B5EF4-FFF2-40B4-BE49-F238E27FC236}">
                <a16:creationId xmlns:a16="http://schemas.microsoft.com/office/drawing/2014/main" id="{6D265C65-1B00-56A4-B2CD-3DDCFCAF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337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1EDB78-8224-538E-6341-7415BB71C3AE}"/>
              </a:ext>
            </a:extLst>
          </p:cNvPr>
          <p:cNvSpPr txBox="1"/>
          <p:nvPr/>
        </p:nvSpPr>
        <p:spPr>
          <a:xfrm>
            <a:off x="2710544" y="3809999"/>
            <a:ext cx="2797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 err="1">
                <a:latin typeface="Algerian" panose="04020705040A02060702" pitchFamily="82" charset="0"/>
              </a:rPr>
              <a:t>Php</a:t>
            </a:r>
            <a:r>
              <a:rPr lang="en-IN" sz="4000" b="1" u="sng" dirty="0">
                <a:latin typeface="Algerian" panose="04020705040A02060702" pitchFamily="82" charset="0"/>
              </a:rPr>
              <a:t> Loops</a:t>
            </a:r>
          </a:p>
        </p:txBody>
      </p:sp>
    </p:spTree>
    <p:extLst>
      <p:ext uri="{BB962C8B-B14F-4D97-AF65-F5344CB8AC3E}">
        <p14:creationId xmlns:p14="http://schemas.microsoft.com/office/powerpoint/2010/main" val="1618662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is contains: 📨 Instagram 📨 LinkedIn  📨 Telegram">
            <a:extLst>
              <a:ext uri="{FF2B5EF4-FFF2-40B4-BE49-F238E27FC236}">
                <a16:creationId xmlns:a16="http://schemas.microsoft.com/office/drawing/2014/main" id="{96834763-B5D3-296C-6869-0DB06C32C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6868FB-9B7A-9A0D-F965-A10262901F17}"/>
              </a:ext>
            </a:extLst>
          </p:cNvPr>
          <p:cNvSpPr txBox="1"/>
          <p:nvPr/>
        </p:nvSpPr>
        <p:spPr>
          <a:xfrm>
            <a:off x="6237516" y="609599"/>
            <a:ext cx="376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5750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4679-1447-3164-B6E1-FE135FC4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is may contain: three blue buttons on a white background with space for your text or image in the center">
            <a:extLst>
              <a:ext uri="{FF2B5EF4-FFF2-40B4-BE49-F238E27FC236}">
                <a16:creationId xmlns:a16="http://schemas.microsoft.com/office/drawing/2014/main" id="{846A1D77-CD02-8923-601F-1DA14FFF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56" y="538842"/>
            <a:ext cx="5771435" cy="5780315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DE7D04-DAF6-F910-ED0F-A6896191B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19" y="619124"/>
            <a:ext cx="4441881" cy="5151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1A808-BF31-77EC-0458-580434EBD690}"/>
              </a:ext>
            </a:extLst>
          </p:cNvPr>
          <p:cNvSpPr txBox="1"/>
          <p:nvPr/>
        </p:nvSpPr>
        <p:spPr>
          <a:xfrm>
            <a:off x="1338943" y="3320142"/>
            <a:ext cx="32399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>
                <a:latin typeface="Algerian" panose="04020705040A02060702" pitchFamily="82" charset="0"/>
              </a:rPr>
              <a:t>Types of Loops in PHP</a:t>
            </a:r>
            <a:endParaRPr lang="en-IN" sz="2200" b="1" u="sng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26C9C-1501-9EFD-ABD4-C2FC85FA26FA}"/>
              </a:ext>
            </a:extLst>
          </p:cNvPr>
          <p:cNvSpPr txBox="1"/>
          <p:nvPr/>
        </p:nvSpPr>
        <p:spPr>
          <a:xfrm>
            <a:off x="8022769" y="979714"/>
            <a:ext cx="16142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for 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EC5C7-BC14-DA17-15B8-72B3509767FD}"/>
              </a:ext>
            </a:extLst>
          </p:cNvPr>
          <p:cNvSpPr txBox="1"/>
          <p:nvPr/>
        </p:nvSpPr>
        <p:spPr>
          <a:xfrm>
            <a:off x="7108367" y="5324288"/>
            <a:ext cx="2515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foreach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E6B54-5E1C-03C8-F6F4-8AA98B284F29}"/>
              </a:ext>
            </a:extLst>
          </p:cNvPr>
          <p:cNvSpPr txBox="1"/>
          <p:nvPr/>
        </p:nvSpPr>
        <p:spPr>
          <a:xfrm>
            <a:off x="7345991" y="2431784"/>
            <a:ext cx="2073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while loop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CCA68-5374-365E-33E4-5E8B54E74BFD}"/>
              </a:ext>
            </a:extLst>
          </p:cNvPr>
          <p:cNvSpPr txBox="1"/>
          <p:nvPr/>
        </p:nvSpPr>
        <p:spPr>
          <a:xfrm>
            <a:off x="7462361" y="3872218"/>
            <a:ext cx="26741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do-while loop</a:t>
            </a:r>
          </a:p>
        </p:txBody>
      </p:sp>
    </p:spTree>
    <p:extLst>
      <p:ext uri="{BB962C8B-B14F-4D97-AF65-F5344CB8AC3E}">
        <p14:creationId xmlns:p14="http://schemas.microsoft.com/office/powerpoint/2010/main" val="279810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is may contain: an abstract blue background with white lines and diagonal shapes in the center, against a pale blue sky">
            <a:extLst>
              <a:ext uri="{FF2B5EF4-FFF2-40B4-BE49-F238E27FC236}">
                <a16:creationId xmlns:a16="http://schemas.microsoft.com/office/drawing/2014/main" id="{F99856E2-FA7A-EFAE-127F-AD3CC737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2FDF9E-04B8-CA48-3C16-78846CA0CBAD}"/>
              </a:ext>
            </a:extLst>
          </p:cNvPr>
          <p:cNvSpPr txBox="1"/>
          <p:nvPr/>
        </p:nvSpPr>
        <p:spPr>
          <a:xfrm>
            <a:off x="2079169" y="1524005"/>
            <a:ext cx="42992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lgerian" panose="04020705040A02060702" pitchFamily="82" charset="0"/>
              </a:rPr>
              <a:t>F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R</a:t>
            </a:r>
          </a:p>
          <a:p>
            <a:endParaRPr lang="en-IN" sz="3000" b="1" dirty="0">
              <a:latin typeface="Algerian" panose="04020705040A02060702" pitchFamily="82" charset="0"/>
            </a:endParaRP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083321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72C0-9192-8E76-C644-FD4A9078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is may contain: an abstract blue background with white lines and diagonal shapes in the center, against a pale blue sky">
            <a:extLst>
              <a:ext uri="{FF2B5EF4-FFF2-40B4-BE49-F238E27FC236}">
                <a16:creationId xmlns:a16="http://schemas.microsoft.com/office/drawing/2014/main" id="{C043D2C8-C26E-CD85-832C-8D686429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D89EB3-1DEB-E8FA-3267-7CDF1A5C1562}"/>
              </a:ext>
            </a:extLst>
          </p:cNvPr>
          <p:cNvSpPr txBox="1"/>
          <p:nvPr/>
        </p:nvSpPr>
        <p:spPr>
          <a:xfrm>
            <a:off x="2079169" y="1132116"/>
            <a:ext cx="489236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lgerian" panose="04020705040A02060702" pitchFamily="82" charset="0"/>
              </a:rPr>
              <a:t>W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H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I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e</a:t>
            </a:r>
          </a:p>
          <a:p>
            <a:endParaRPr lang="en-IN" sz="3000" b="1" dirty="0">
              <a:latin typeface="Algerian" panose="04020705040A02060702" pitchFamily="82" charset="0"/>
            </a:endParaRP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41071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8BA9-6B10-89B0-9A12-21BE7F61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is may contain: an abstract blue background with white lines and diagonal shapes in the center, against a pale blue sky">
            <a:extLst>
              <a:ext uri="{FF2B5EF4-FFF2-40B4-BE49-F238E27FC236}">
                <a16:creationId xmlns:a16="http://schemas.microsoft.com/office/drawing/2014/main" id="{E1767BCA-1690-E94D-C172-B9DE66B6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4FC560-3B1A-4592-EDC1-63FAA737A8D0}"/>
              </a:ext>
            </a:extLst>
          </p:cNvPr>
          <p:cNvSpPr txBox="1"/>
          <p:nvPr/>
        </p:nvSpPr>
        <p:spPr>
          <a:xfrm>
            <a:off x="2079169" y="283028"/>
            <a:ext cx="489236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lgerian" panose="04020705040A02060702" pitchFamily="82" charset="0"/>
              </a:rPr>
              <a:t>D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-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W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H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I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e</a:t>
            </a:r>
          </a:p>
          <a:p>
            <a:endParaRPr lang="en-IN" sz="3000" b="1" dirty="0">
              <a:latin typeface="Algerian" panose="04020705040A02060702" pitchFamily="82" charset="0"/>
            </a:endParaRP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3315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A5EB-C524-7EC1-281E-287F1CBC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is may contain: an abstract blue background with white lines and diagonal shapes in the center, against a pale blue sky">
            <a:extLst>
              <a:ext uri="{FF2B5EF4-FFF2-40B4-BE49-F238E27FC236}">
                <a16:creationId xmlns:a16="http://schemas.microsoft.com/office/drawing/2014/main" id="{194E295C-20E8-13DB-40D9-DB8CA5D60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890D06-AA51-FCE5-CBD7-7CC40B4F2A77}"/>
              </a:ext>
            </a:extLst>
          </p:cNvPr>
          <p:cNvSpPr txBox="1"/>
          <p:nvPr/>
        </p:nvSpPr>
        <p:spPr>
          <a:xfrm>
            <a:off x="2079169" y="674918"/>
            <a:ext cx="47641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lgerian" panose="04020705040A02060702" pitchFamily="82" charset="0"/>
              </a:rPr>
              <a:t>F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R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E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A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C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h</a:t>
            </a:r>
          </a:p>
          <a:p>
            <a:endParaRPr lang="en-IN" sz="3000" b="1" dirty="0">
              <a:latin typeface="Algerian" panose="04020705040A02060702" pitchFamily="82" charset="0"/>
            </a:endParaRPr>
          </a:p>
          <a:p>
            <a:r>
              <a:rPr lang="en-IN" sz="3000" b="1" dirty="0">
                <a:latin typeface="Algerian" panose="04020705040A02060702" pitchFamily="82" charset="0"/>
              </a:rPr>
              <a:t>L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O</a:t>
            </a:r>
          </a:p>
          <a:p>
            <a:r>
              <a:rPr lang="en-IN" sz="3000" b="1" dirty="0">
                <a:latin typeface="Algerian" panose="04020705040A02060702" pitchFamily="8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912071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an abstract blue background with wavy lines and a rectangle shaped frame in the center">
            <a:extLst>
              <a:ext uri="{FF2B5EF4-FFF2-40B4-BE49-F238E27FC236}">
                <a16:creationId xmlns:a16="http://schemas.microsoft.com/office/drawing/2014/main" id="{793746C8-BBBA-9A7D-0D38-3CF79F89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68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557FFE-1404-284F-5FA4-9B116DD7A467}"/>
              </a:ext>
            </a:extLst>
          </p:cNvPr>
          <p:cNvSpPr txBox="1"/>
          <p:nvPr/>
        </p:nvSpPr>
        <p:spPr>
          <a:xfrm>
            <a:off x="772888" y="859971"/>
            <a:ext cx="6487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Control &amp; Nested Loops</a:t>
            </a:r>
          </a:p>
        </p:txBody>
      </p:sp>
    </p:spTree>
    <p:extLst>
      <p:ext uri="{BB962C8B-B14F-4D97-AF65-F5344CB8AC3E}">
        <p14:creationId xmlns:p14="http://schemas.microsoft.com/office/powerpoint/2010/main" val="372578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a laptop computer sitting on top of a blue background">
            <a:extLst>
              <a:ext uri="{FF2B5EF4-FFF2-40B4-BE49-F238E27FC236}">
                <a16:creationId xmlns:a16="http://schemas.microsoft.com/office/drawing/2014/main" id="{151C77DE-C712-28AE-6928-A229C9EA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3772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5864AA-54E2-B582-5339-8D3A64AC118E}"/>
              </a:ext>
            </a:extLst>
          </p:cNvPr>
          <p:cNvSpPr txBox="1"/>
          <p:nvPr/>
        </p:nvSpPr>
        <p:spPr>
          <a:xfrm>
            <a:off x="5682345" y="402770"/>
            <a:ext cx="3831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63147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is may contain: three people holding up a large white sign">
            <a:extLst>
              <a:ext uri="{FF2B5EF4-FFF2-40B4-BE49-F238E27FC236}">
                <a16:creationId xmlns:a16="http://schemas.microsoft.com/office/drawing/2014/main" id="{4F157A72-68E4-BD57-7E76-AA2DFBB1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5" r="5202" b="7692"/>
          <a:stretch>
            <a:fillRect/>
          </a:stretch>
        </p:blipFill>
        <p:spPr>
          <a:xfrm>
            <a:off x="1" y="0"/>
            <a:ext cx="671648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BE906-269C-D831-5331-2B4784B8C8FD}"/>
              </a:ext>
            </a:extLst>
          </p:cNvPr>
          <p:cNvSpPr txBox="1"/>
          <p:nvPr/>
        </p:nvSpPr>
        <p:spPr>
          <a:xfrm>
            <a:off x="1766209" y="3429000"/>
            <a:ext cx="3184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15673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11163D-223B-9117-F6BB-98110797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4"/>
            <a:ext cx="12192000" cy="68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3528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81</TotalTime>
  <Words>61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Rounded MT Bold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RAJASHREE HALDER</dc:creator>
  <cp:lastModifiedBy>RAJASHREE HALDER</cp:lastModifiedBy>
  <cp:revision>1</cp:revision>
  <dcterms:created xsi:type="dcterms:W3CDTF">2026-09-26T08:55:15Z</dcterms:created>
  <dcterms:modified xsi:type="dcterms:W3CDTF">2026-09-26T10:27:34Z</dcterms:modified>
</cp:coreProperties>
</file>