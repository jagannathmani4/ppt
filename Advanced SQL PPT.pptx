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9" r:id="rId4"/>
    <p:sldId id="268" r:id="rId5"/>
    <p:sldId id="269" r:id="rId6"/>
    <p:sldId id="270" r:id="rId7"/>
    <p:sldId id="272" r:id="rId8"/>
    <p:sldId id="263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A5B246-3CB3-453A-88E9-F70E59818CDA}" v="41" dt="2026-09-26T17:04:45.5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SHREE HALDER" userId="038ca4f0de393e21" providerId="LiveId" clId="{0A834EE8-E5CC-4A1E-8A89-F90141B49929}"/>
    <pc:docChg chg="undo custSel addSld delSld modSld">
      <pc:chgData name="RAJASHREE HALDER" userId="038ca4f0de393e21" providerId="LiveId" clId="{0A834EE8-E5CC-4A1E-8A89-F90141B49929}" dt="2026-09-26T17:05:46.071" v="467" actId="1076"/>
      <pc:docMkLst>
        <pc:docMk/>
      </pc:docMkLst>
      <pc:sldChg chg="addSp modSp mod">
        <pc:chgData name="RAJASHREE HALDER" userId="038ca4f0de393e21" providerId="LiveId" clId="{0A834EE8-E5CC-4A1E-8A89-F90141B49929}" dt="2026-09-26T16:10:41.966" v="88" actId="20577"/>
        <pc:sldMkLst>
          <pc:docMk/>
          <pc:sldMk cId="1157507472" sldId="256"/>
        </pc:sldMkLst>
        <pc:spChg chg="add mod">
          <ac:chgData name="RAJASHREE HALDER" userId="038ca4f0de393e21" providerId="LiveId" clId="{0A834EE8-E5CC-4A1E-8A89-F90141B49929}" dt="2026-09-26T16:10:41.966" v="88" actId="20577"/>
          <ac:spMkLst>
            <pc:docMk/>
            <pc:sldMk cId="1157507472" sldId="256"/>
            <ac:spMk id="2" creationId="{9767A86A-7160-738E-FA86-854BC93161CF}"/>
          </ac:spMkLst>
        </pc:spChg>
        <pc:spChg chg="mod">
          <ac:chgData name="RAJASHREE HALDER" userId="038ca4f0de393e21" providerId="LiveId" clId="{0A834EE8-E5CC-4A1E-8A89-F90141B49929}" dt="2026-09-26T10:16:44.097" v="0" actId="14100"/>
          <ac:spMkLst>
            <pc:docMk/>
            <pc:sldMk cId="1157507472" sldId="256"/>
            <ac:spMk id="7" creationId="{556868FB-9B7A-9A0D-F965-A10262901F17}"/>
          </ac:spMkLst>
        </pc:spChg>
      </pc:sldChg>
      <pc:sldChg chg="addSp modSp mod">
        <pc:chgData name="RAJASHREE HALDER" userId="038ca4f0de393e21" providerId="LiveId" clId="{0A834EE8-E5CC-4A1E-8A89-F90141B49929}" dt="2026-09-26T17:05:46.071" v="467" actId="1076"/>
        <pc:sldMkLst>
          <pc:docMk/>
          <pc:sldMk cId="1618662372" sldId="257"/>
        </pc:sldMkLst>
        <pc:spChg chg="add mod">
          <ac:chgData name="RAJASHREE HALDER" userId="038ca4f0de393e21" providerId="LiveId" clId="{0A834EE8-E5CC-4A1E-8A89-F90141B49929}" dt="2026-09-26T17:05:46.071" v="467" actId="1076"/>
          <ac:spMkLst>
            <pc:docMk/>
            <pc:sldMk cId="1618662372" sldId="257"/>
            <ac:spMk id="2" creationId="{03E7591C-8C38-4818-FA35-BC4688F38301}"/>
          </ac:spMkLst>
        </pc:spChg>
        <pc:spChg chg="add mod">
          <ac:chgData name="RAJASHREE HALDER" userId="038ca4f0de393e21" providerId="LiveId" clId="{0A834EE8-E5CC-4A1E-8A89-F90141B49929}" dt="2026-09-26T17:05:38.180" v="466" actId="1076"/>
          <ac:spMkLst>
            <pc:docMk/>
            <pc:sldMk cId="1618662372" sldId="257"/>
            <ac:spMk id="16" creationId="{BA1EDB78-8224-538E-6341-7415BB71C3AE}"/>
          </ac:spMkLst>
        </pc:spChg>
      </pc:sldChg>
      <pc:sldChg chg="del">
        <pc:chgData name="RAJASHREE HALDER" userId="038ca4f0de393e21" providerId="LiveId" clId="{0A834EE8-E5CC-4A1E-8A89-F90141B49929}" dt="2026-09-26T16:05:40.769" v="47" actId="47"/>
        <pc:sldMkLst>
          <pc:docMk/>
          <pc:sldMk cId="4083321758" sldId="258"/>
        </pc:sldMkLst>
      </pc:sldChg>
      <pc:sldChg chg="del">
        <pc:chgData name="RAJASHREE HALDER" userId="038ca4f0de393e21" providerId="LiveId" clId="{0A834EE8-E5CC-4A1E-8A89-F90141B49929}" dt="2026-09-26T16:05:54.255" v="51" actId="47"/>
        <pc:sldMkLst>
          <pc:docMk/>
          <pc:sldMk cId="3410718830" sldId="260"/>
        </pc:sldMkLst>
      </pc:sldChg>
      <pc:sldChg chg="del">
        <pc:chgData name="RAJASHREE HALDER" userId="038ca4f0de393e21" providerId="LiveId" clId="{0A834EE8-E5CC-4A1E-8A89-F90141B49929}" dt="2026-09-26T16:05:55.381" v="53" actId="47"/>
        <pc:sldMkLst>
          <pc:docMk/>
          <pc:sldMk cId="912071767" sldId="262"/>
        </pc:sldMkLst>
      </pc:sldChg>
      <pc:sldChg chg="addSp delSp modSp mod">
        <pc:chgData name="RAJASHREE HALDER" userId="038ca4f0de393e21" providerId="LiveId" clId="{0A834EE8-E5CC-4A1E-8A89-F90141B49929}" dt="2026-09-26T17:03:33.274" v="423" actId="1076"/>
        <pc:sldMkLst>
          <pc:docMk/>
          <pc:sldMk cId="3725786905" sldId="263"/>
        </pc:sldMkLst>
        <pc:spChg chg="add del mod">
          <ac:chgData name="RAJASHREE HALDER" userId="038ca4f0de393e21" providerId="LiveId" clId="{0A834EE8-E5CC-4A1E-8A89-F90141B49929}" dt="2026-09-26T16:50:12.566" v="225" actId="478"/>
          <ac:spMkLst>
            <pc:docMk/>
            <pc:sldMk cId="3725786905" sldId="263"/>
            <ac:spMk id="2" creationId="{0B7E2DA3-308D-3EE7-946C-9ED525984FA7}"/>
          </ac:spMkLst>
        </pc:spChg>
        <pc:spChg chg="add del mod">
          <ac:chgData name="RAJASHREE HALDER" userId="038ca4f0de393e21" providerId="LiveId" clId="{0A834EE8-E5CC-4A1E-8A89-F90141B49929}" dt="2026-09-26T16:50:12.566" v="225" actId="478"/>
          <ac:spMkLst>
            <pc:docMk/>
            <pc:sldMk cId="3725786905" sldId="263"/>
            <ac:spMk id="3" creationId="{89ECE2FA-FF7E-27E7-886C-0F091298775A}"/>
          </ac:spMkLst>
        </pc:spChg>
        <pc:spChg chg="add del mod">
          <ac:chgData name="RAJASHREE HALDER" userId="038ca4f0de393e21" providerId="LiveId" clId="{0A834EE8-E5CC-4A1E-8A89-F90141B49929}" dt="2026-09-26T16:50:12.566" v="225" actId="478"/>
          <ac:spMkLst>
            <pc:docMk/>
            <pc:sldMk cId="3725786905" sldId="263"/>
            <ac:spMk id="5" creationId="{1612E065-55DA-9640-7909-25938C0BB1D5}"/>
          </ac:spMkLst>
        </pc:spChg>
        <pc:spChg chg="mod">
          <ac:chgData name="RAJASHREE HALDER" userId="038ca4f0de393e21" providerId="LiveId" clId="{0A834EE8-E5CC-4A1E-8A89-F90141B49929}" dt="2026-09-26T16:55:56.917" v="287" actId="1076"/>
          <ac:spMkLst>
            <pc:docMk/>
            <pc:sldMk cId="3725786905" sldId="263"/>
            <ac:spMk id="6" creationId="{9F557FFE-1404-284F-5FA4-9B116DD7A467}"/>
          </ac:spMkLst>
        </pc:spChg>
        <pc:spChg chg="add del mod">
          <ac:chgData name="RAJASHREE HALDER" userId="038ca4f0de393e21" providerId="LiveId" clId="{0A834EE8-E5CC-4A1E-8A89-F90141B49929}" dt="2026-09-26T16:50:12.566" v="225" actId="478"/>
          <ac:spMkLst>
            <pc:docMk/>
            <pc:sldMk cId="3725786905" sldId="263"/>
            <ac:spMk id="7" creationId="{3FFD75A3-C1F1-E3D9-018F-3AD426C6B437}"/>
          </ac:spMkLst>
        </pc:spChg>
        <pc:spChg chg="add del mod">
          <ac:chgData name="RAJASHREE HALDER" userId="038ca4f0de393e21" providerId="LiveId" clId="{0A834EE8-E5CC-4A1E-8A89-F90141B49929}" dt="2026-09-26T16:50:12.566" v="225" actId="478"/>
          <ac:spMkLst>
            <pc:docMk/>
            <pc:sldMk cId="3725786905" sldId="263"/>
            <ac:spMk id="8" creationId="{9576BE77-C841-F3C0-F49D-391B23FDB8CA}"/>
          </ac:spMkLst>
        </pc:spChg>
        <pc:spChg chg="add del mod">
          <ac:chgData name="RAJASHREE HALDER" userId="038ca4f0de393e21" providerId="LiveId" clId="{0A834EE8-E5CC-4A1E-8A89-F90141B49929}" dt="2026-09-26T16:50:12.566" v="225" actId="478"/>
          <ac:spMkLst>
            <pc:docMk/>
            <pc:sldMk cId="3725786905" sldId="263"/>
            <ac:spMk id="9" creationId="{3B85D1D0-73F7-260D-050B-D3062C46E054}"/>
          </ac:spMkLst>
        </pc:spChg>
        <pc:spChg chg="add mod">
          <ac:chgData name="RAJASHREE HALDER" userId="038ca4f0de393e21" providerId="LiveId" clId="{0A834EE8-E5CC-4A1E-8A89-F90141B49929}" dt="2026-09-26T17:03:28.080" v="422" actId="164"/>
          <ac:spMkLst>
            <pc:docMk/>
            <pc:sldMk cId="3725786905" sldId="263"/>
            <ac:spMk id="12" creationId="{4044324B-E63B-EC5B-F586-1BCC63A3B508}"/>
          </ac:spMkLst>
        </pc:spChg>
        <pc:spChg chg="add mod">
          <ac:chgData name="RAJASHREE HALDER" userId="038ca4f0de393e21" providerId="LiveId" clId="{0A834EE8-E5CC-4A1E-8A89-F90141B49929}" dt="2026-09-26T16:51:10.729" v="242"/>
          <ac:spMkLst>
            <pc:docMk/>
            <pc:sldMk cId="3725786905" sldId="263"/>
            <ac:spMk id="13" creationId="{39383678-5B46-4AC5-1D18-BBA3CE808691}"/>
          </ac:spMkLst>
        </pc:spChg>
        <pc:spChg chg="add mod">
          <ac:chgData name="RAJASHREE HALDER" userId="038ca4f0de393e21" providerId="LiveId" clId="{0A834EE8-E5CC-4A1E-8A89-F90141B49929}" dt="2026-09-26T16:51:10.729" v="242"/>
          <ac:spMkLst>
            <pc:docMk/>
            <pc:sldMk cId="3725786905" sldId="263"/>
            <ac:spMk id="14" creationId="{64313B4E-A4C2-7426-0D01-81E84756102E}"/>
          </ac:spMkLst>
        </pc:spChg>
        <pc:spChg chg="add mod">
          <ac:chgData name="RAJASHREE HALDER" userId="038ca4f0de393e21" providerId="LiveId" clId="{0A834EE8-E5CC-4A1E-8A89-F90141B49929}" dt="2026-09-26T16:51:10.729" v="242"/>
          <ac:spMkLst>
            <pc:docMk/>
            <pc:sldMk cId="3725786905" sldId="263"/>
            <ac:spMk id="15" creationId="{79907A5C-3652-DF84-5892-1A4F2736BF3E}"/>
          </ac:spMkLst>
        </pc:spChg>
        <pc:spChg chg="add mod">
          <ac:chgData name="RAJASHREE HALDER" userId="038ca4f0de393e21" providerId="LiveId" clId="{0A834EE8-E5CC-4A1E-8A89-F90141B49929}" dt="2026-09-26T16:51:10.729" v="242"/>
          <ac:spMkLst>
            <pc:docMk/>
            <pc:sldMk cId="3725786905" sldId="263"/>
            <ac:spMk id="16" creationId="{1A3E21A8-E174-ECF4-6870-A36AF03413A0}"/>
          </ac:spMkLst>
        </pc:spChg>
        <pc:spChg chg="add mod">
          <ac:chgData name="RAJASHREE HALDER" userId="038ca4f0de393e21" providerId="LiveId" clId="{0A834EE8-E5CC-4A1E-8A89-F90141B49929}" dt="2026-09-26T16:54:46.495" v="269" actId="403"/>
          <ac:spMkLst>
            <pc:docMk/>
            <pc:sldMk cId="3725786905" sldId="263"/>
            <ac:spMk id="17" creationId="{01E52E0A-0334-DECD-DA63-05C2DB5B41D2}"/>
          </ac:spMkLst>
        </pc:spChg>
        <pc:spChg chg="add mod">
          <ac:chgData name="RAJASHREE HALDER" userId="038ca4f0de393e21" providerId="LiveId" clId="{0A834EE8-E5CC-4A1E-8A89-F90141B49929}" dt="2026-09-26T16:54:26.256" v="264" actId="403"/>
          <ac:spMkLst>
            <pc:docMk/>
            <pc:sldMk cId="3725786905" sldId="263"/>
            <ac:spMk id="18" creationId="{30276B7F-7C1F-B267-281A-D433C966861F}"/>
          </ac:spMkLst>
        </pc:spChg>
        <pc:spChg chg="add mod">
          <ac:chgData name="RAJASHREE HALDER" userId="038ca4f0de393e21" providerId="LiveId" clId="{0A834EE8-E5CC-4A1E-8A89-F90141B49929}" dt="2026-09-26T16:54:42.640" v="267" actId="403"/>
          <ac:spMkLst>
            <pc:docMk/>
            <pc:sldMk cId="3725786905" sldId="263"/>
            <ac:spMk id="19" creationId="{8AED0F34-71C1-0777-9F27-973D0D196BDC}"/>
          </ac:spMkLst>
        </pc:spChg>
        <pc:spChg chg="add mod">
          <ac:chgData name="RAJASHREE HALDER" userId="038ca4f0de393e21" providerId="LiveId" clId="{0A834EE8-E5CC-4A1E-8A89-F90141B49929}" dt="2026-09-26T16:54:18.896" v="262" actId="403"/>
          <ac:spMkLst>
            <pc:docMk/>
            <pc:sldMk cId="3725786905" sldId="263"/>
            <ac:spMk id="20" creationId="{2615B8DA-044F-235E-79D4-B060CAF6F923}"/>
          </ac:spMkLst>
        </pc:spChg>
        <pc:spChg chg="add mod ord">
          <ac:chgData name="RAJASHREE HALDER" userId="038ca4f0de393e21" providerId="LiveId" clId="{0A834EE8-E5CC-4A1E-8A89-F90141B49929}" dt="2026-09-26T17:02:17.816" v="412" actId="164"/>
          <ac:spMkLst>
            <pc:docMk/>
            <pc:sldMk cId="3725786905" sldId="263"/>
            <ac:spMk id="22" creationId="{1CB73308-289C-4C69-4584-DF660A3500BC}"/>
          </ac:spMkLst>
        </pc:spChg>
        <pc:spChg chg="add mod ord">
          <ac:chgData name="RAJASHREE HALDER" userId="038ca4f0de393e21" providerId="LiveId" clId="{0A834EE8-E5CC-4A1E-8A89-F90141B49929}" dt="2026-09-26T17:03:28.080" v="422" actId="164"/>
          <ac:spMkLst>
            <pc:docMk/>
            <pc:sldMk cId="3725786905" sldId="263"/>
            <ac:spMk id="24" creationId="{3916598A-64E3-85A0-55D7-7E8F6BF18A6B}"/>
          </ac:spMkLst>
        </pc:spChg>
        <pc:grpChg chg="add mod">
          <ac:chgData name="RAJASHREE HALDER" userId="038ca4f0de393e21" providerId="LiveId" clId="{0A834EE8-E5CC-4A1E-8A89-F90141B49929}" dt="2026-09-26T16:49:49.986" v="223" actId="164"/>
          <ac:grpSpMkLst>
            <pc:docMk/>
            <pc:sldMk cId="3725786905" sldId="263"/>
            <ac:grpSpMk id="10" creationId="{1402A894-E2BC-8576-EE5B-1D518197C1D2}"/>
          </ac:grpSpMkLst>
        </pc:grpChg>
        <pc:grpChg chg="add mod">
          <ac:chgData name="RAJASHREE HALDER" userId="038ca4f0de393e21" providerId="LiveId" clId="{0A834EE8-E5CC-4A1E-8A89-F90141B49929}" dt="2026-09-26T17:02:17.816" v="412" actId="164"/>
          <ac:grpSpMkLst>
            <pc:docMk/>
            <pc:sldMk cId="3725786905" sldId="263"/>
            <ac:grpSpMk id="21" creationId="{8DBB249F-3B69-7B70-945C-D696DBF50C4C}"/>
          </ac:grpSpMkLst>
        </pc:grpChg>
        <pc:grpChg chg="add mod">
          <ac:chgData name="RAJASHREE HALDER" userId="038ca4f0de393e21" providerId="LiveId" clId="{0A834EE8-E5CC-4A1E-8A89-F90141B49929}" dt="2026-09-26T17:02:17.816" v="412" actId="164"/>
          <ac:grpSpMkLst>
            <pc:docMk/>
            <pc:sldMk cId="3725786905" sldId="263"/>
            <ac:grpSpMk id="23" creationId="{A91934DA-F000-6E4C-F687-F1E788CB1F7A}"/>
          </ac:grpSpMkLst>
        </pc:grpChg>
        <pc:grpChg chg="add mod">
          <ac:chgData name="RAJASHREE HALDER" userId="038ca4f0de393e21" providerId="LiveId" clId="{0A834EE8-E5CC-4A1E-8A89-F90141B49929}" dt="2026-09-26T17:03:33.274" v="423" actId="1076"/>
          <ac:grpSpMkLst>
            <pc:docMk/>
            <pc:sldMk cId="3725786905" sldId="263"/>
            <ac:grpSpMk id="25" creationId="{10A694E7-A8DE-7A1F-E8BD-D486FDD57AA4}"/>
          </ac:grpSpMkLst>
        </pc:grpChg>
        <pc:picChg chg="mod">
          <ac:chgData name="RAJASHREE HALDER" userId="038ca4f0de393e21" providerId="LiveId" clId="{0A834EE8-E5CC-4A1E-8A89-F90141B49929}" dt="2026-09-26T16:50:40.593" v="240" actId="1076"/>
          <ac:picMkLst>
            <pc:docMk/>
            <pc:sldMk cId="3725786905" sldId="263"/>
            <ac:picMk id="4" creationId="{793746C8-BBBA-9A7D-0D38-3CF79F89494D}"/>
          </ac:picMkLst>
        </pc:picChg>
      </pc:sldChg>
      <pc:sldChg chg="del">
        <pc:chgData name="RAJASHREE HALDER" userId="038ca4f0de393e21" providerId="LiveId" clId="{0A834EE8-E5CC-4A1E-8A89-F90141B49929}" dt="2026-09-26T16:05:54.901" v="52" actId="47"/>
        <pc:sldMkLst>
          <pc:docMk/>
          <pc:sldMk cId="433154968" sldId="264"/>
        </pc:sldMkLst>
      </pc:sldChg>
      <pc:sldChg chg="addSp delSp modSp mod">
        <pc:chgData name="RAJASHREE HALDER" userId="038ca4f0de393e21" providerId="LiveId" clId="{0A834EE8-E5CC-4A1E-8A89-F90141B49929}" dt="2026-09-26T17:03:54.943" v="441" actId="1036"/>
        <pc:sldMkLst>
          <pc:docMk/>
          <pc:sldMk cId="3631473821" sldId="265"/>
        </pc:sldMkLst>
        <pc:spChg chg="add mod">
          <ac:chgData name="RAJASHREE HALDER" userId="038ca4f0de393e21" providerId="LiveId" clId="{0A834EE8-E5CC-4A1E-8A89-F90141B49929}" dt="2026-09-26T16:46:06.203" v="203" actId="115"/>
          <ac:spMkLst>
            <pc:docMk/>
            <pc:sldMk cId="3631473821" sldId="265"/>
            <ac:spMk id="2" creationId="{1D17D2F2-47BC-3487-4902-B504CEAB834C}"/>
          </ac:spMkLst>
        </pc:spChg>
        <pc:spChg chg="add mod">
          <ac:chgData name="RAJASHREE HALDER" userId="038ca4f0de393e21" providerId="LiveId" clId="{0A834EE8-E5CC-4A1E-8A89-F90141B49929}" dt="2026-09-26T16:46:06.203" v="203" actId="115"/>
          <ac:spMkLst>
            <pc:docMk/>
            <pc:sldMk cId="3631473821" sldId="265"/>
            <ac:spMk id="3" creationId="{1C6EF9D8-62AC-1716-F498-A114E9FCE0CE}"/>
          </ac:spMkLst>
        </pc:spChg>
        <pc:spChg chg="add mod">
          <ac:chgData name="RAJASHREE HALDER" userId="038ca4f0de393e21" providerId="LiveId" clId="{0A834EE8-E5CC-4A1E-8A89-F90141B49929}" dt="2026-09-26T16:46:06.203" v="203" actId="115"/>
          <ac:spMkLst>
            <pc:docMk/>
            <pc:sldMk cId="3631473821" sldId="265"/>
            <ac:spMk id="5" creationId="{55E7ACCA-1D8B-E551-D0EE-0A38E88B19C6}"/>
          </ac:spMkLst>
        </pc:spChg>
        <pc:spChg chg="add mod">
          <ac:chgData name="RAJASHREE HALDER" userId="038ca4f0de393e21" providerId="LiveId" clId="{0A834EE8-E5CC-4A1E-8A89-F90141B49929}" dt="2026-09-26T16:46:58.523" v="213" actId="255"/>
          <ac:spMkLst>
            <pc:docMk/>
            <pc:sldMk cId="3631473821" sldId="265"/>
            <ac:spMk id="8" creationId="{D32E5B2B-9D14-4C82-C83F-D281F803990B}"/>
          </ac:spMkLst>
        </pc:spChg>
        <pc:spChg chg="add mod">
          <ac:chgData name="RAJASHREE HALDER" userId="038ca4f0de393e21" providerId="LiveId" clId="{0A834EE8-E5CC-4A1E-8A89-F90141B49929}" dt="2026-09-26T16:46:58.523" v="213" actId="255"/>
          <ac:spMkLst>
            <pc:docMk/>
            <pc:sldMk cId="3631473821" sldId="265"/>
            <ac:spMk id="9" creationId="{8637406E-D46E-BC34-6A14-9DB752C5564E}"/>
          </ac:spMkLst>
        </pc:spChg>
        <pc:grpChg chg="add del mod">
          <ac:chgData name="RAJASHREE HALDER" userId="038ca4f0de393e21" providerId="LiveId" clId="{0A834EE8-E5CC-4A1E-8A89-F90141B49929}" dt="2026-09-26T16:46:40.744" v="208" actId="478"/>
          <ac:grpSpMkLst>
            <pc:docMk/>
            <pc:sldMk cId="3631473821" sldId="265"/>
            <ac:grpSpMk id="7" creationId="{3D484E4D-42DA-5ABD-0C6B-9CF069DCE55C}"/>
          </ac:grpSpMkLst>
        </pc:grpChg>
        <pc:grpChg chg="add mod">
          <ac:chgData name="RAJASHREE HALDER" userId="038ca4f0de393e21" providerId="LiveId" clId="{0A834EE8-E5CC-4A1E-8A89-F90141B49929}" dt="2026-09-26T17:03:54.943" v="441" actId="1036"/>
          <ac:grpSpMkLst>
            <pc:docMk/>
            <pc:sldMk cId="3631473821" sldId="265"/>
            <ac:grpSpMk id="10" creationId="{4D0F4606-2220-632D-6146-06546922A661}"/>
          </ac:grpSpMkLst>
        </pc:grpChg>
        <pc:picChg chg="mod">
          <ac:chgData name="RAJASHREE HALDER" userId="038ca4f0de393e21" providerId="LiveId" clId="{0A834EE8-E5CC-4A1E-8A89-F90141B49929}" dt="2026-09-26T16:47:03.494" v="215" actId="1076"/>
          <ac:picMkLst>
            <pc:docMk/>
            <pc:sldMk cId="3631473821" sldId="265"/>
            <ac:picMk id="4" creationId="{151C77DE-C712-28AE-6928-A229C9EA43CC}"/>
          </ac:picMkLst>
        </pc:picChg>
      </pc:sldChg>
      <pc:sldChg chg="addSp modSp mod">
        <pc:chgData name="RAJASHREE HALDER" userId="038ca4f0de393e21" providerId="LiveId" clId="{0A834EE8-E5CC-4A1E-8A89-F90141B49929}" dt="2026-09-26T16:12:11.088" v="98" actId="1076"/>
        <pc:sldMkLst>
          <pc:docMk/>
          <pc:sldMk cId="3415673249" sldId="266"/>
        </pc:sldMkLst>
        <pc:spChg chg="add mod">
          <ac:chgData name="RAJASHREE HALDER" userId="038ca4f0de393e21" providerId="LiveId" clId="{0A834EE8-E5CC-4A1E-8A89-F90141B49929}" dt="2026-09-26T16:12:11.088" v="98" actId="1076"/>
          <ac:spMkLst>
            <pc:docMk/>
            <pc:sldMk cId="3415673249" sldId="266"/>
            <ac:spMk id="2" creationId="{1B6B6F3F-718B-F4E9-8107-5EACD5EBF6B9}"/>
          </ac:spMkLst>
        </pc:spChg>
      </pc:sldChg>
      <pc:sldChg chg="addSp delSp modSp new mod">
        <pc:chgData name="RAJASHREE HALDER" userId="038ca4f0de393e21" providerId="LiveId" clId="{0A834EE8-E5CC-4A1E-8A89-F90141B49929}" dt="2026-09-26T10:27:34.298" v="14" actId="14100"/>
        <pc:sldMkLst>
          <pc:docMk/>
          <pc:sldMk cId="4024435289" sldId="267"/>
        </pc:sldMkLst>
        <pc:spChg chg="del">
          <ac:chgData name="RAJASHREE HALDER" userId="038ca4f0de393e21" providerId="LiveId" clId="{0A834EE8-E5CC-4A1E-8A89-F90141B49929}" dt="2026-09-26T10:27:14.243" v="7" actId="478"/>
          <ac:spMkLst>
            <pc:docMk/>
            <pc:sldMk cId="4024435289" sldId="267"/>
            <ac:spMk id="2" creationId="{3E1C1A96-9122-4AA2-6F8B-13355A11D9A4}"/>
          </ac:spMkLst>
        </pc:spChg>
        <pc:spChg chg="del">
          <ac:chgData name="RAJASHREE HALDER" userId="038ca4f0de393e21" providerId="LiveId" clId="{0A834EE8-E5CC-4A1E-8A89-F90141B49929}" dt="2026-09-26T10:27:14.243" v="7" actId="478"/>
          <ac:spMkLst>
            <pc:docMk/>
            <pc:sldMk cId="4024435289" sldId="267"/>
            <ac:spMk id="3" creationId="{A3EBBF55-2C6C-C11B-7712-0CDFD70988E2}"/>
          </ac:spMkLst>
        </pc:spChg>
        <pc:spChg chg="del">
          <ac:chgData name="RAJASHREE HALDER" userId="038ca4f0de393e21" providerId="LiveId" clId="{0A834EE8-E5CC-4A1E-8A89-F90141B49929}" dt="2026-09-26T10:27:12.482" v="6" actId="478"/>
          <ac:spMkLst>
            <pc:docMk/>
            <pc:sldMk cId="4024435289" sldId="267"/>
            <ac:spMk id="4" creationId="{66666151-AAB7-5172-2D75-01BD0E52A947}"/>
          </ac:spMkLst>
        </pc:spChg>
        <pc:picChg chg="add mod">
          <ac:chgData name="RAJASHREE HALDER" userId="038ca4f0de393e21" providerId="LiveId" clId="{0A834EE8-E5CC-4A1E-8A89-F90141B49929}" dt="2026-09-26T10:27:34.298" v="14" actId="14100"/>
          <ac:picMkLst>
            <pc:docMk/>
            <pc:sldMk cId="4024435289" sldId="267"/>
            <ac:picMk id="5" creationId="{6311163D-223B-9117-F6BB-981107973730}"/>
          </ac:picMkLst>
        </pc:picChg>
      </pc:sldChg>
      <pc:sldChg chg="addSp delSp modSp add mod">
        <pc:chgData name="RAJASHREE HALDER" userId="038ca4f0de393e21" providerId="LiveId" clId="{0A834EE8-E5CC-4A1E-8A89-F90141B49929}" dt="2026-09-26T16:59:03.296" v="309" actId="1037"/>
        <pc:sldMkLst>
          <pc:docMk/>
          <pc:sldMk cId="108348953" sldId="268"/>
        </pc:sldMkLst>
        <pc:spChg chg="add del mod">
          <ac:chgData name="RAJASHREE HALDER" userId="038ca4f0de393e21" providerId="LiveId" clId="{0A834EE8-E5CC-4A1E-8A89-F90141B49929}" dt="2026-09-26T16:43:32.478" v="181" actId="478"/>
          <ac:spMkLst>
            <pc:docMk/>
            <pc:sldMk cId="108348953" sldId="268"/>
            <ac:spMk id="4" creationId="{2F731D86-B3DB-AD9D-E889-86EE3E54721A}"/>
          </ac:spMkLst>
        </pc:spChg>
        <pc:spChg chg="add mod">
          <ac:chgData name="RAJASHREE HALDER" userId="038ca4f0de393e21" providerId="LiveId" clId="{0A834EE8-E5CC-4A1E-8A89-F90141B49929}" dt="2026-09-26T16:43:48.477" v="183" actId="164"/>
          <ac:spMkLst>
            <pc:docMk/>
            <pc:sldMk cId="108348953" sldId="268"/>
            <ac:spMk id="6" creationId="{4623D532-A062-AA5C-7FF3-BE9245426D11}"/>
          </ac:spMkLst>
        </pc:spChg>
        <pc:spChg chg="add mod">
          <ac:chgData name="RAJASHREE HALDER" userId="038ca4f0de393e21" providerId="LiveId" clId="{0A834EE8-E5CC-4A1E-8A89-F90141B49929}" dt="2026-09-26T16:43:48.477" v="183" actId="164"/>
          <ac:spMkLst>
            <pc:docMk/>
            <pc:sldMk cId="108348953" sldId="268"/>
            <ac:spMk id="8" creationId="{3E3378FC-79F5-E783-03C3-F43B43687227}"/>
          </ac:spMkLst>
        </pc:spChg>
        <pc:spChg chg="add mod">
          <ac:chgData name="RAJASHREE HALDER" userId="038ca4f0de393e21" providerId="LiveId" clId="{0A834EE8-E5CC-4A1E-8A89-F90141B49929}" dt="2026-09-26T16:43:48.477" v="183" actId="164"/>
          <ac:spMkLst>
            <pc:docMk/>
            <pc:sldMk cId="108348953" sldId="268"/>
            <ac:spMk id="10" creationId="{9BCFDD4B-426A-93BA-BF37-3D73D8787866}"/>
          </ac:spMkLst>
        </pc:spChg>
        <pc:spChg chg="mod">
          <ac:chgData name="RAJASHREE HALDER" userId="038ca4f0de393e21" providerId="LiveId" clId="{0A834EE8-E5CC-4A1E-8A89-F90141B49929}" dt="2026-09-26T16:59:03.296" v="309" actId="1037"/>
          <ac:spMkLst>
            <pc:docMk/>
            <pc:sldMk cId="108348953" sldId="268"/>
            <ac:spMk id="11" creationId="{76D763A3-CBE3-1C40-2838-8C5D338DE9D0}"/>
          </ac:spMkLst>
        </pc:spChg>
        <pc:spChg chg="add mod">
          <ac:chgData name="RAJASHREE HALDER" userId="038ca4f0de393e21" providerId="LiveId" clId="{0A834EE8-E5CC-4A1E-8A89-F90141B49929}" dt="2026-09-26T16:43:48.477" v="183" actId="164"/>
          <ac:spMkLst>
            <pc:docMk/>
            <pc:sldMk cId="108348953" sldId="268"/>
            <ac:spMk id="12" creationId="{6E87839D-5CFF-8FEF-BDF9-A524F25E26D9}"/>
          </ac:spMkLst>
        </pc:spChg>
        <pc:spChg chg="add mod">
          <ac:chgData name="RAJASHREE HALDER" userId="038ca4f0de393e21" providerId="LiveId" clId="{0A834EE8-E5CC-4A1E-8A89-F90141B49929}" dt="2026-09-26T16:43:48.477" v="183" actId="164"/>
          <ac:spMkLst>
            <pc:docMk/>
            <pc:sldMk cId="108348953" sldId="268"/>
            <ac:spMk id="13" creationId="{0243E3D8-6D07-0A63-9729-8AFDD861BCAD}"/>
          </ac:spMkLst>
        </pc:spChg>
        <pc:spChg chg="add mod">
          <ac:chgData name="RAJASHREE HALDER" userId="038ca4f0de393e21" providerId="LiveId" clId="{0A834EE8-E5CC-4A1E-8A89-F90141B49929}" dt="2026-09-26T16:43:48.477" v="183" actId="164"/>
          <ac:spMkLst>
            <pc:docMk/>
            <pc:sldMk cId="108348953" sldId="268"/>
            <ac:spMk id="14" creationId="{34181E7D-4871-E4CF-BD47-71DEEB7E3020}"/>
          </ac:spMkLst>
        </pc:spChg>
        <pc:spChg chg="add mod">
          <ac:chgData name="RAJASHREE HALDER" userId="038ca4f0de393e21" providerId="LiveId" clId="{0A834EE8-E5CC-4A1E-8A89-F90141B49929}" dt="2026-09-26T16:43:48.477" v="183" actId="164"/>
          <ac:spMkLst>
            <pc:docMk/>
            <pc:sldMk cId="108348953" sldId="268"/>
            <ac:spMk id="15" creationId="{6D972FFB-AF60-80C6-E236-FF75A4336E0D}"/>
          </ac:spMkLst>
        </pc:spChg>
        <pc:spChg chg="add mod">
          <ac:chgData name="RAJASHREE HALDER" userId="038ca4f0de393e21" providerId="LiveId" clId="{0A834EE8-E5CC-4A1E-8A89-F90141B49929}" dt="2026-09-26T16:43:48.477" v="183" actId="164"/>
          <ac:spMkLst>
            <pc:docMk/>
            <pc:sldMk cId="108348953" sldId="268"/>
            <ac:spMk id="20" creationId="{BC722C51-00E3-32CE-98B0-2922236CED19}"/>
          </ac:spMkLst>
        </pc:spChg>
        <pc:spChg chg="add mod">
          <ac:chgData name="RAJASHREE HALDER" userId="038ca4f0de393e21" providerId="LiveId" clId="{0A834EE8-E5CC-4A1E-8A89-F90141B49929}" dt="2026-09-26T16:43:48.477" v="183" actId="164"/>
          <ac:spMkLst>
            <pc:docMk/>
            <pc:sldMk cId="108348953" sldId="268"/>
            <ac:spMk id="22" creationId="{69E10E6E-7311-CAFB-38DE-DF0541ABA0C0}"/>
          </ac:spMkLst>
        </pc:spChg>
        <pc:spChg chg="add mod">
          <ac:chgData name="RAJASHREE HALDER" userId="038ca4f0de393e21" providerId="LiveId" clId="{0A834EE8-E5CC-4A1E-8A89-F90141B49929}" dt="2026-09-26T16:43:48.477" v="183" actId="164"/>
          <ac:spMkLst>
            <pc:docMk/>
            <pc:sldMk cId="108348953" sldId="268"/>
            <ac:spMk id="25" creationId="{9207FE28-94A8-5E69-6663-DD2E3F70C58A}"/>
          </ac:spMkLst>
        </pc:spChg>
        <pc:grpChg chg="mod">
          <ac:chgData name="RAJASHREE HALDER" userId="038ca4f0de393e21" providerId="LiveId" clId="{0A834EE8-E5CC-4A1E-8A89-F90141B49929}" dt="2026-09-26T16:43:57.619" v="186" actId="1076"/>
          <ac:grpSpMkLst>
            <pc:docMk/>
            <pc:sldMk cId="108348953" sldId="268"/>
            <ac:grpSpMk id="26" creationId="{25E824F6-AE43-9A7C-C0B8-9B9B28260398}"/>
          </ac:grpSpMkLst>
        </pc:grpChg>
        <pc:picChg chg="add del mod ord">
          <ac:chgData name="RAJASHREE HALDER" userId="038ca4f0de393e21" providerId="LiveId" clId="{0A834EE8-E5CC-4A1E-8A89-F90141B49929}" dt="2026-09-26T16:04:06.275" v="29" actId="478"/>
          <ac:picMkLst>
            <pc:docMk/>
            <pc:sldMk cId="108348953" sldId="268"/>
            <ac:picMk id="2" creationId="{8099DFDE-6C3B-A0CE-A8A3-3BFD6A0D721D}"/>
          </ac:picMkLst>
        </pc:picChg>
        <pc:picChg chg="add mod ord">
          <ac:chgData name="RAJASHREE HALDER" userId="038ca4f0de393e21" providerId="LiveId" clId="{0A834EE8-E5CC-4A1E-8A89-F90141B49929}" dt="2026-09-26T16:04:25.400" v="36" actId="14100"/>
          <ac:picMkLst>
            <pc:docMk/>
            <pc:sldMk cId="108348953" sldId="268"/>
            <ac:picMk id="3" creationId="{AA0E8E06-1F54-C627-4232-F53EA1FAB40C}"/>
          </ac:picMkLst>
        </pc:picChg>
        <pc:picChg chg="del">
          <ac:chgData name="RAJASHREE HALDER" userId="038ca4f0de393e21" providerId="LiveId" clId="{0A834EE8-E5CC-4A1E-8A89-F90141B49929}" dt="2026-09-26T16:02:23.089" v="16" actId="478"/>
          <ac:picMkLst>
            <pc:docMk/>
            <pc:sldMk cId="108348953" sldId="268"/>
            <ac:picMk id="9" creationId="{7E3FEF08-5CFC-D3B7-1143-2DCAD30504B7}"/>
          </ac:picMkLst>
        </pc:picChg>
      </pc:sldChg>
      <pc:sldChg chg="addSp delSp modSp add mod">
        <pc:chgData name="RAJASHREE HALDER" userId="038ca4f0de393e21" providerId="LiveId" clId="{0A834EE8-E5CC-4A1E-8A89-F90141B49929}" dt="2026-09-26T16:59:30.916" v="380" actId="1037"/>
        <pc:sldMkLst>
          <pc:docMk/>
          <pc:sldMk cId="2352735734" sldId="269"/>
        </pc:sldMkLst>
        <pc:spChg chg="add del mod">
          <ac:chgData name="RAJASHREE HALDER" userId="038ca4f0de393e21" providerId="LiveId" clId="{0A834EE8-E5CC-4A1E-8A89-F90141B49929}" dt="2026-09-26T16:42:45.624" v="177" actId="478"/>
          <ac:spMkLst>
            <pc:docMk/>
            <pc:sldMk cId="2352735734" sldId="269"/>
            <ac:spMk id="2" creationId="{28404213-E93D-BBAB-B373-C3B9567DE552}"/>
          </ac:spMkLst>
        </pc:spChg>
        <pc:spChg chg="add mod">
          <ac:chgData name="RAJASHREE HALDER" userId="038ca4f0de393e21" providerId="LiveId" clId="{0A834EE8-E5CC-4A1E-8A89-F90141B49929}" dt="2026-09-26T16:44:33.767" v="191" actId="164"/>
          <ac:spMkLst>
            <pc:docMk/>
            <pc:sldMk cId="2352735734" sldId="269"/>
            <ac:spMk id="5" creationId="{F1FC042E-778C-478C-F6D1-CF5E650791BC}"/>
          </ac:spMkLst>
        </pc:spChg>
        <pc:spChg chg="add mod">
          <ac:chgData name="RAJASHREE HALDER" userId="038ca4f0de393e21" providerId="LiveId" clId="{0A834EE8-E5CC-4A1E-8A89-F90141B49929}" dt="2026-09-26T16:44:33.767" v="191" actId="164"/>
          <ac:spMkLst>
            <pc:docMk/>
            <pc:sldMk cId="2352735734" sldId="269"/>
            <ac:spMk id="6" creationId="{67EDBA89-3BAE-118F-E408-E363DA6EEADC}"/>
          </ac:spMkLst>
        </pc:spChg>
        <pc:spChg chg="add mod">
          <ac:chgData name="RAJASHREE HALDER" userId="038ca4f0de393e21" providerId="LiveId" clId="{0A834EE8-E5CC-4A1E-8A89-F90141B49929}" dt="2026-09-26T16:44:33.767" v="191" actId="164"/>
          <ac:spMkLst>
            <pc:docMk/>
            <pc:sldMk cId="2352735734" sldId="269"/>
            <ac:spMk id="8" creationId="{1E92FDB9-4B0D-2D8A-DF8F-FCFBA5F9D4C8}"/>
          </ac:spMkLst>
        </pc:spChg>
        <pc:spChg chg="add mod">
          <ac:chgData name="RAJASHREE HALDER" userId="038ca4f0de393e21" providerId="LiveId" clId="{0A834EE8-E5CC-4A1E-8A89-F90141B49929}" dt="2026-09-26T16:44:33.767" v="191" actId="164"/>
          <ac:spMkLst>
            <pc:docMk/>
            <pc:sldMk cId="2352735734" sldId="269"/>
            <ac:spMk id="10" creationId="{900C60AB-2999-09E7-D098-C89B14A0712C}"/>
          </ac:spMkLst>
        </pc:spChg>
        <pc:spChg chg="mod">
          <ac:chgData name="RAJASHREE HALDER" userId="038ca4f0de393e21" providerId="LiveId" clId="{0A834EE8-E5CC-4A1E-8A89-F90141B49929}" dt="2026-09-26T16:59:30.916" v="380" actId="1037"/>
          <ac:spMkLst>
            <pc:docMk/>
            <pc:sldMk cId="2352735734" sldId="269"/>
            <ac:spMk id="11" creationId="{9F9270B0-CAB4-F803-8EF3-C195E697B9CF}"/>
          </ac:spMkLst>
        </pc:spChg>
        <pc:spChg chg="add mod">
          <ac:chgData name="RAJASHREE HALDER" userId="038ca4f0de393e21" providerId="LiveId" clId="{0A834EE8-E5CC-4A1E-8A89-F90141B49929}" dt="2026-09-26T16:44:33.767" v="191" actId="164"/>
          <ac:spMkLst>
            <pc:docMk/>
            <pc:sldMk cId="2352735734" sldId="269"/>
            <ac:spMk id="12" creationId="{03031EE0-5E4F-22DD-51E4-A180DE3D1022}"/>
          </ac:spMkLst>
        </pc:spChg>
        <pc:spChg chg="add mod">
          <ac:chgData name="RAJASHREE HALDER" userId="038ca4f0de393e21" providerId="LiveId" clId="{0A834EE8-E5CC-4A1E-8A89-F90141B49929}" dt="2026-09-26T16:44:33.767" v="191" actId="164"/>
          <ac:spMkLst>
            <pc:docMk/>
            <pc:sldMk cId="2352735734" sldId="269"/>
            <ac:spMk id="13" creationId="{7135684F-0A44-DBB4-00B9-FC2B0147DA4F}"/>
          </ac:spMkLst>
        </pc:spChg>
        <pc:spChg chg="add mod">
          <ac:chgData name="RAJASHREE HALDER" userId="038ca4f0de393e21" providerId="LiveId" clId="{0A834EE8-E5CC-4A1E-8A89-F90141B49929}" dt="2026-09-26T16:44:33.767" v="191" actId="164"/>
          <ac:spMkLst>
            <pc:docMk/>
            <pc:sldMk cId="2352735734" sldId="269"/>
            <ac:spMk id="16" creationId="{E47EEC4D-3464-4BB9-26FB-A4C35DB6DBB5}"/>
          </ac:spMkLst>
        </pc:spChg>
        <pc:spChg chg="add mod">
          <ac:chgData name="RAJASHREE HALDER" userId="038ca4f0de393e21" providerId="LiveId" clId="{0A834EE8-E5CC-4A1E-8A89-F90141B49929}" dt="2026-09-26T16:44:33.767" v="191" actId="164"/>
          <ac:spMkLst>
            <pc:docMk/>
            <pc:sldMk cId="2352735734" sldId="269"/>
            <ac:spMk id="17" creationId="{A77BBA9B-CDAC-1DEE-F7E6-A43406BBB922}"/>
          </ac:spMkLst>
        </pc:spChg>
        <pc:spChg chg="add mod">
          <ac:chgData name="RAJASHREE HALDER" userId="038ca4f0de393e21" providerId="LiveId" clId="{0A834EE8-E5CC-4A1E-8A89-F90141B49929}" dt="2026-09-26T16:44:33.767" v="191" actId="164"/>
          <ac:spMkLst>
            <pc:docMk/>
            <pc:sldMk cId="2352735734" sldId="269"/>
            <ac:spMk id="21" creationId="{E6F8DD7B-C787-2EE0-3D8B-95583E09ACA2}"/>
          </ac:spMkLst>
        </pc:spChg>
        <pc:spChg chg="add mod">
          <ac:chgData name="RAJASHREE HALDER" userId="038ca4f0de393e21" providerId="LiveId" clId="{0A834EE8-E5CC-4A1E-8A89-F90141B49929}" dt="2026-09-26T16:44:33.767" v="191" actId="164"/>
          <ac:spMkLst>
            <pc:docMk/>
            <pc:sldMk cId="2352735734" sldId="269"/>
            <ac:spMk id="24" creationId="{86D89B8B-3D6B-79B1-899D-210138A7BF33}"/>
          </ac:spMkLst>
        </pc:spChg>
        <pc:grpChg chg="mod">
          <ac:chgData name="RAJASHREE HALDER" userId="038ca4f0de393e21" providerId="LiveId" clId="{0A834EE8-E5CC-4A1E-8A89-F90141B49929}" dt="2026-09-26T16:59:20.414" v="369" actId="1038"/>
          <ac:grpSpMkLst>
            <pc:docMk/>
            <pc:sldMk cId="2352735734" sldId="269"/>
            <ac:grpSpMk id="25" creationId="{8E8C1B52-B76B-0C36-6ED1-183201A55078}"/>
          </ac:grpSpMkLst>
        </pc:grpChg>
      </pc:sldChg>
      <pc:sldChg chg="addSp modSp add mod">
        <pc:chgData name="RAJASHREE HALDER" userId="038ca4f0de393e21" providerId="LiveId" clId="{0A834EE8-E5CC-4A1E-8A89-F90141B49929}" dt="2026-09-26T16:59:48.457" v="381" actId="14100"/>
        <pc:sldMkLst>
          <pc:docMk/>
          <pc:sldMk cId="877158780" sldId="270"/>
        </pc:sldMkLst>
        <pc:spChg chg="add mod">
          <ac:chgData name="RAJASHREE HALDER" userId="038ca4f0de393e21" providerId="LiveId" clId="{0A834EE8-E5CC-4A1E-8A89-F90141B49929}" dt="2026-09-26T16:42:31.748" v="174" actId="164"/>
          <ac:spMkLst>
            <pc:docMk/>
            <pc:sldMk cId="877158780" sldId="270"/>
            <ac:spMk id="4" creationId="{AE5DE5CD-1148-90EA-0A17-6B3874D7B0E1}"/>
          </ac:spMkLst>
        </pc:spChg>
        <pc:spChg chg="add mod">
          <ac:chgData name="RAJASHREE HALDER" userId="038ca4f0de393e21" providerId="LiveId" clId="{0A834EE8-E5CC-4A1E-8A89-F90141B49929}" dt="2026-09-26T16:42:31.748" v="174" actId="164"/>
          <ac:spMkLst>
            <pc:docMk/>
            <pc:sldMk cId="877158780" sldId="270"/>
            <ac:spMk id="5" creationId="{DFFEF91E-EFC8-0D46-B6E3-0EB5391EAE38}"/>
          </ac:spMkLst>
        </pc:spChg>
        <pc:spChg chg="add mod">
          <ac:chgData name="RAJASHREE HALDER" userId="038ca4f0de393e21" providerId="LiveId" clId="{0A834EE8-E5CC-4A1E-8A89-F90141B49929}" dt="2026-09-26T16:42:31.748" v="174" actId="164"/>
          <ac:spMkLst>
            <pc:docMk/>
            <pc:sldMk cId="877158780" sldId="270"/>
            <ac:spMk id="7" creationId="{7D0E60BF-7EBC-9D46-AB18-C99EE0FCA089}"/>
          </ac:spMkLst>
        </pc:spChg>
        <pc:spChg chg="add mod">
          <ac:chgData name="RAJASHREE HALDER" userId="038ca4f0de393e21" providerId="LiveId" clId="{0A834EE8-E5CC-4A1E-8A89-F90141B49929}" dt="2026-09-26T16:42:31.748" v="174" actId="164"/>
          <ac:spMkLst>
            <pc:docMk/>
            <pc:sldMk cId="877158780" sldId="270"/>
            <ac:spMk id="9" creationId="{FBCE2D7A-B4C7-2EA7-8BED-6A1FEF814B25}"/>
          </ac:spMkLst>
        </pc:spChg>
        <pc:spChg chg="add mod">
          <ac:chgData name="RAJASHREE HALDER" userId="038ca4f0de393e21" providerId="LiveId" clId="{0A834EE8-E5CC-4A1E-8A89-F90141B49929}" dt="2026-09-26T16:42:31.748" v="174" actId="164"/>
          <ac:spMkLst>
            <pc:docMk/>
            <pc:sldMk cId="877158780" sldId="270"/>
            <ac:spMk id="10" creationId="{40FD83C1-42E9-2FDB-A8B8-0E8948D7B127}"/>
          </ac:spMkLst>
        </pc:spChg>
        <pc:spChg chg="mod">
          <ac:chgData name="RAJASHREE HALDER" userId="038ca4f0de393e21" providerId="LiveId" clId="{0A834EE8-E5CC-4A1E-8A89-F90141B49929}" dt="2026-09-26T16:42:20.776" v="172" actId="1076"/>
          <ac:spMkLst>
            <pc:docMk/>
            <pc:sldMk cId="877158780" sldId="270"/>
            <ac:spMk id="11" creationId="{60C36EE4-059F-B0F8-5804-C86BD4439D93}"/>
          </ac:spMkLst>
        </pc:spChg>
        <pc:spChg chg="add mod">
          <ac:chgData name="RAJASHREE HALDER" userId="038ca4f0de393e21" providerId="LiveId" clId="{0A834EE8-E5CC-4A1E-8A89-F90141B49929}" dt="2026-09-26T16:42:31.748" v="174" actId="164"/>
          <ac:spMkLst>
            <pc:docMk/>
            <pc:sldMk cId="877158780" sldId="270"/>
            <ac:spMk id="13" creationId="{95889502-9014-73C9-17C3-C707D1E806B2}"/>
          </ac:spMkLst>
        </pc:spChg>
        <pc:spChg chg="add mod">
          <ac:chgData name="RAJASHREE HALDER" userId="038ca4f0de393e21" providerId="LiveId" clId="{0A834EE8-E5CC-4A1E-8A89-F90141B49929}" dt="2026-09-26T16:42:31.748" v="174" actId="164"/>
          <ac:spMkLst>
            <pc:docMk/>
            <pc:sldMk cId="877158780" sldId="270"/>
            <ac:spMk id="14" creationId="{088E0976-F935-55A8-A798-948DC7A0D7CF}"/>
          </ac:spMkLst>
        </pc:spChg>
        <pc:spChg chg="add mod">
          <ac:chgData name="RAJASHREE HALDER" userId="038ca4f0de393e21" providerId="LiveId" clId="{0A834EE8-E5CC-4A1E-8A89-F90141B49929}" dt="2026-09-26T16:42:31.748" v="174" actId="164"/>
          <ac:spMkLst>
            <pc:docMk/>
            <pc:sldMk cId="877158780" sldId="270"/>
            <ac:spMk id="16" creationId="{40A3247E-2EEC-4F7B-9699-243DEB50D36E}"/>
          </ac:spMkLst>
        </pc:spChg>
        <pc:spChg chg="add mod">
          <ac:chgData name="RAJASHREE HALDER" userId="038ca4f0de393e21" providerId="LiveId" clId="{0A834EE8-E5CC-4A1E-8A89-F90141B49929}" dt="2026-09-26T16:42:31.748" v="174" actId="164"/>
          <ac:spMkLst>
            <pc:docMk/>
            <pc:sldMk cId="877158780" sldId="270"/>
            <ac:spMk id="20" creationId="{6CDDEA35-8733-25E8-1AA7-53EB193CF097}"/>
          </ac:spMkLst>
        </pc:spChg>
        <pc:spChg chg="add mod">
          <ac:chgData name="RAJASHREE HALDER" userId="038ca4f0de393e21" providerId="LiveId" clId="{0A834EE8-E5CC-4A1E-8A89-F90141B49929}" dt="2026-09-26T16:42:31.748" v="174" actId="164"/>
          <ac:spMkLst>
            <pc:docMk/>
            <pc:sldMk cId="877158780" sldId="270"/>
            <ac:spMk id="21" creationId="{3D72F4F6-AC73-F18F-7DFD-C0418F085FD3}"/>
          </ac:spMkLst>
        </pc:spChg>
        <pc:grpChg chg="mod">
          <ac:chgData name="RAJASHREE HALDER" userId="038ca4f0de393e21" providerId="LiveId" clId="{0A834EE8-E5CC-4A1E-8A89-F90141B49929}" dt="2026-09-26T16:59:48.457" v="381" actId="14100"/>
          <ac:grpSpMkLst>
            <pc:docMk/>
            <pc:sldMk cId="877158780" sldId="270"/>
            <ac:grpSpMk id="23" creationId="{2AD017A0-DD12-A8A4-F551-85BA416B46C5}"/>
          </ac:grpSpMkLst>
        </pc:grpChg>
      </pc:sldChg>
      <pc:sldChg chg="addSp delSp modSp add del mod">
        <pc:chgData name="RAJASHREE HALDER" userId="038ca4f0de393e21" providerId="LiveId" clId="{0A834EE8-E5CC-4A1E-8A89-F90141B49929}" dt="2026-09-26T16:41:59.501" v="168" actId="47"/>
        <pc:sldMkLst>
          <pc:docMk/>
          <pc:sldMk cId="3188457952" sldId="271"/>
        </pc:sldMkLst>
        <pc:spChg chg="add del mod">
          <ac:chgData name="RAJASHREE HALDER" userId="038ca4f0de393e21" providerId="LiveId" clId="{0A834EE8-E5CC-4A1E-8A89-F90141B49929}" dt="2026-09-26T16:40:22.369" v="157" actId="478"/>
          <ac:spMkLst>
            <pc:docMk/>
            <pc:sldMk cId="3188457952" sldId="271"/>
            <ac:spMk id="2" creationId="{7F124ABD-2A0D-91B3-03E3-EE1094FC8041}"/>
          </ac:spMkLst>
        </pc:spChg>
        <pc:spChg chg="add mod">
          <ac:chgData name="RAJASHREE HALDER" userId="038ca4f0de393e21" providerId="LiveId" clId="{0A834EE8-E5CC-4A1E-8A89-F90141B49929}" dt="2026-09-26T16:40:24.610" v="159" actId="164"/>
          <ac:spMkLst>
            <pc:docMk/>
            <pc:sldMk cId="3188457952" sldId="271"/>
            <ac:spMk id="4" creationId="{CE6CEF14-21B0-2750-57F8-0829162B1E41}"/>
          </ac:spMkLst>
        </pc:spChg>
        <pc:spChg chg="add mod">
          <ac:chgData name="RAJASHREE HALDER" userId="038ca4f0de393e21" providerId="LiveId" clId="{0A834EE8-E5CC-4A1E-8A89-F90141B49929}" dt="2026-09-26T16:40:24.610" v="159" actId="164"/>
          <ac:spMkLst>
            <pc:docMk/>
            <pc:sldMk cId="3188457952" sldId="271"/>
            <ac:spMk id="7" creationId="{1F46D53C-EE2F-6F04-42E6-A679B18BB706}"/>
          </ac:spMkLst>
        </pc:spChg>
        <pc:spChg chg="add mod">
          <ac:chgData name="RAJASHREE HALDER" userId="038ca4f0de393e21" providerId="LiveId" clId="{0A834EE8-E5CC-4A1E-8A89-F90141B49929}" dt="2026-09-26T16:40:24.610" v="159" actId="164"/>
          <ac:spMkLst>
            <pc:docMk/>
            <pc:sldMk cId="3188457952" sldId="271"/>
            <ac:spMk id="9" creationId="{7608FC7B-A6F9-6F21-957C-45B9E127E485}"/>
          </ac:spMkLst>
        </pc:spChg>
        <pc:spChg chg="mod">
          <ac:chgData name="RAJASHREE HALDER" userId="038ca4f0de393e21" providerId="LiveId" clId="{0A834EE8-E5CC-4A1E-8A89-F90141B49929}" dt="2026-09-26T16:27:35.151" v="117" actId="115"/>
          <ac:spMkLst>
            <pc:docMk/>
            <pc:sldMk cId="3188457952" sldId="271"/>
            <ac:spMk id="11" creationId="{C33CFD85-AB89-7116-2C64-2A03E6289447}"/>
          </ac:spMkLst>
        </pc:spChg>
        <pc:spChg chg="add mod">
          <ac:chgData name="RAJASHREE HALDER" userId="038ca4f0de393e21" providerId="LiveId" clId="{0A834EE8-E5CC-4A1E-8A89-F90141B49929}" dt="2026-09-26T16:40:24.610" v="159" actId="164"/>
          <ac:spMkLst>
            <pc:docMk/>
            <pc:sldMk cId="3188457952" sldId="271"/>
            <ac:spMk id="12" creationId="{DED2759E-424A-4732-DF7C-94A7AA8870C1}"/>
          </ac:spMkLst>
        </pc:spChg>
        <pc:spChg chg="add mod">
          <ac:chgData name="RAJASHREE HALDER" userId="038ca4f0de393e21" providerId="LiveId" clId="{0A834EE8-E5CC-4A1E-8A89-F90141B49929}" dt="2026-09-26T16:40:24.610" v="159" actId="164"/>
          <ac:spMkLst>
            <pc:docMk/>
            <pc:sldMk cId="3188457952" sldId="271"/>
            <ac:spMk id="13" creationId="{FC043F94-7D5B-7B19-3C19-07EF376E3B20}"/>
          </ac:spMkLst>
        </pc:spChg>
        <pc:spChg chg="add mod">
          <ac:chgData name="RAJASHREE HALDER" userId="038ca4f0de393e21" providerId="LiveId" clId="{0A834EE8-E5CC-4A1E-8A89-F90141B49929}" dt="2026-09-26T16:40:24.610" v="159" actId="164"/>
          <ac:spMkLst>
            <pc:docMk/>
            <pc:sldMk cId="3188457952" sldId="271"/>
            <ac:spMk id="18" creationId="{9D5B40AB-7F80-869F-A1AE-C639BFFFC6E8}"/>
          </ac:spMkLst>
        </pc:spChg>
        <pc:spChg chg="add mod">
          <ac:chgData name="RAJASHREE HALDER" userId="038ca4f0de393e21" providerId="LiveId" clId="{0A834EE8-E5CC-4A1E-8A89-F90141B49929}" dt="2026-09-26T16:40:24.610" v="159" actId="164"/>
          <ac:spMkLst>
            <pc:docMk/>
            <pc:sldMk cId="3188457952" sldId="271"/>
            <ac:spMk id="19" creationId="{F287E9F4-8FF9-2E5D-B5F7-58A681E969E3}"/>
          </ac:spMkLst>
        </pc:spChg>
        <pc:spChg chg="add mod">
          <ac:chgData name="RAJASHREE HALDER" userId="038ca4f0de393e21" providerId="LiveId" clId="{0A834EE8-E5CC-4A1E-8A89-F90141B49929}" dt="2026-09-26T16:40:24.610" v="159" actId="164"/>
          <ac:spMkLst>
            <pc:docMk/>
            <pc:sldMk cId="3188457952" sldId="271"/>
            <ac:spMk id="22" creationId="{ED94D424-4D44-59A2-5650-FC59A8EC15F9}"/>
          </ac:spMkLst>
        </pc:spChg>
        <pc:spChg chg="add mod">
          <ac:chgData name="RAJASHREE HALDER" userId="038ca4f0de393e21" providerId="LiveId" clId="{0A834EE8-E5CC-4A1E-8A89-F90141B49929}" dt="2026-09-26T16:40:24.610" v="159" actId="164"/>
          <ac:spMkLst>
            <pc:docMk/>
            <pc:sldMk cId="3188457952" sldId="271"/>
            <ac:spMk id="23" creationId="{4A1538A8-607D-0CEA-28BF-CCD9A30F3790}"/>
          </ac:spMkLst>
        </pc:spChg>
        <pc:spChg chg="add mod">
          <ac:chgData name="RAJASHREE HALDER" userId="038ca4f0de393e21" providerId="LiveId" clId="{0A834EE8-E5CC-4A1E-8A89-F90141B49929}" dt="2026-09-26T16:40:24.610" v="159" actId="164"/>
          <ac:spMkLst>
            <pc:docMk/>
            <pc:sldMk cId="3188457952" sldId="271"/>
            <ac:spMk id="24" creationId="{92F6E13A-0650-81CB-8DD5-4D4D1D418F95}"/>
          </ac:spMkLst>
        </pc:spChg>
        <pc:grpChg chg="del mod">
          <ac:chgData name="RAJASHREE HALDER" userId="038ca4f0de393e21" providerId="LiveId" clId="{0A834EE8-E5CC-4A1E-8A89-F90141B49929}" dt="2026-09-26T16:41:15.236" v="162" actId="478"/>
          <ac:grpSpMkLst>
            <pc:docMk/>
            <pc:sldMk cId="3188457952" sldId="271"/>
            <ac:grpSpMk id="25" creationId="{963FD7A1-3B8C-DD0D-2920-5A29DFBA94DC}"/>
          </ac:grpSpMkLst>
        </pc:grpChg>
        <pc:picChg chg="mod">
          <ac:chgData name="RAJASHREE HALDER" userId="038ca4f0de393e21" providerId="LiveId" clId="{0A834EE8-E5CC-4A1E-8A89-F90141B49929}" dt="2026-09-26T16:06:41.002" v="77" actId="1076"/>
          <ac:picMkLst>
            <pc:docMk/>
            <pc:sldMk cId="3188457952" sldId="271"/>
            <ac:picMk id="3" creationId="{D870E328-7FE7-1990-E19B-CB2B34AB1985}"/>
          </ac:picMkLst>
        </pc:picChg>
      </pc:sldChg>
      <pc:sldChg chg="addSp delSp modSp add mod">
        <pc:chgData name="RAJASHREE HALDER" userId="038ca4f0de393e21" providerId="LiveId" clId="{0A834EE8-E5CC-4A1E-8A89-F90141B49929}" dt="2026-09-26T17:00:30.489" v="404" actId="1035"/>
        <pc:sldMkLst>
          <pc:docMk/>
          <pc:sldMk cId="1650686854" sldId="272"/>
        </pc:sldMkLst>
        <pc:spChg chg="del">
          <ac:chgData name="RAJASHREE HALDER" userId="038ca4f0de393e21" providerId="LiveId" clId="{0A834EE8-E5CC-4A1E-8A89-F90141B49929}" dt="2026-09-26T16:38:24.167" v="149" actId="478"/>
          <ac:spMkLst>
            <pc:docMk/>
            <pc:sldMk cId="1650686854" sldId="272"/>
            <ac:spMk id="2" creationId="{F6891F25-10C5-28F7-4EF3-83C21FA15981}"/>
          </ac:spMkLst>
        </pc:spChg>
        <pc:spChg chg="add mod">
          <ac:chgData name="RAJASHREE HALDER" userId="038ca4f0de393e21" providerId="LiveId" clId="{0A834EE8-E5CC-4A1E-8A89-F90141B49929}" dt="2026-09-26T16:38:29.436" v="151" actId="164"/>
          <ac:spMkLst>
            <pc:docMk/>
            <pc:sldMk cId="1650686854" sldId="272"/>
            <ac:spMk id="4" creationId="{AB7422EC-CAE7-320B-BB40-0BC7C2D6418F}"/>
          </ac:spMkLst>
        </pc:spChg>
        <pc:spChg chg="add mod">
          <ac:chgData name="RAJASHREE HALDER" userId="038ca4f0de393e21" providerId="LiveId" clId="{0A834EE8-E5CC-4A1E-8A89-F90141B49929}" dt="2026-09-26T16:38:29.436" v="151" actId="164"/>
          <ac:spMkLst>
            <pc:docMk/>
            <pc:sldMk cId="1650686854" sldId="272"/>
            <ac:spMk id="5" creationId="{32C528D4-4B09-F642-B663-8C6D835F6F6D}"/>
          </ac:spMkLst>
        </pc:spChg>
        <pc:spChg chg="add mod">
          <ac:chgData name="RAJASHREE HALDER" userId="038ca4f0de393e21" providerId="LiveId" clId="{0A834EE8-E5CC-4A1E-8A89-F90141B49929}" dt="2026-09-26T16:38:29.436" v="151" actId="164"/>
          <ac:spMkLst>
            <pc:docMk/>
            <pc:sldMk cId="1650686854" sldId="272"/>
            <ac:spMk id="8" creationId="{B73DFBCE-28F2-4CD3-AA67-81C29FF73E4D}"/>
          </ac:spMkLst>
        </pc:spChg>
        <pc:spChg chg="mod">
          <ac:chgData name="RAJASHREE HALDER" userId="038ca4f0de393e21" providerId="LiveId" clId="{0A834EE8-E5CC-4A1E-8A89-F90141B49929}" dt="2026-09-26T16:41:45.666" v="167"/>
          <ac:spMkLst>
            <pc:docMk/>
            <pc:sldMk cId="1650686854" sldId="272"/>
            <ac:spMk id="11" creationId="{EE96FD6E-F515-E2AF-745E-696E01143B9A}"/>
          </ac:spMkLst>
        </pc:spChg>
        <pc:spChg chg="add mod">
          <ac:chgData name="RAJASHREE HALDER" userId="038ca4f0de393e21" providerId="LiveId" clId="{0A834EE8-E5CC-4A1E-8A89-F90141B49929}" dt="2026-09-26T16:38:29.436" v="151" actId="164"/>
          <ac:spMkLst>
            <pc:docMk/>
            <pc:sldMk cId="1650686854" sldId="272"/>
            <ac:spMk id="13" creationId="{DC5E4C95-8E6C-5B92-51C5-5B9C7F0DAEA2}"/>
          </ac:spMkLst>
        </pc:spChg>
        <pc:spChg chg="add mod">
          <ac:chgData name="RAJASHREE HALDER" userId="038ca4f0de393e21" providerId="LiveId" clId="{0A834EE8-E5CC-4A1E-8A89-F90141B49929}" dt="2026-09-26T16:38:29.436" v="151" actId="164"/>
          <ac:spMkLst>
            <pc:docMk/>
            <pc:sldMk cId="1650686854" sldId="272"/>
            <ac:spMk id="14" creationId="{7AF3BDCA-9FE9-9C6E-6E3A-AD771A3E989D}"/>
          </ac:spMkLst>
        </pc:spChg>
        <pc:spChg chg="add mod">
          <ac:chgData name="RAJASHREE HALDER" userId="038ca4f0de393e21" providerId="LiveId" clId="{0A834EE8-E5CC-4A1E-8A89-F90141B49929}" dt="2026-09-26T16:38:29.436" v="151" actId="164"/>
          <ac:spMkLst>
            <pc:docMk/>
            <pc:sldMk cId="1650686854" sldId="272"/>
            <ac:spMk id="15" creationId="{787E8A28-F8ED-CED6-8CD6-BD1B1AFB8C77}"/>
          </ac:spMkLst>
        </pc:spChg>
        <pc:spChg chg="add mod">
          <ac:chgData name="RAJASHREE HALDER" userId="038ca4f0de393e21" providerId="LiveId" clId="{0A834EE8-E5CC-4A1E-8A89-F90141B49929}" dt="2026-09-26T16:38:29.436" v="151" actId="164"/>
          <ac:spMkLst>
            <pc:docMk/>
            <pc:sldMk cId="1650686854" sldId="272"/>
            <ac:spMk id="16" creationId="{22FC35FB-61C8-1A17-9BBB-9256B234CDF9}"/>
          </ac:spMkLst>
        </pc:spChg>
        <pc:spChg chg="add mod">
          <ac:chgData name="RAJASHREE HALDER" userId="038ca4f0de393e21" providerId="LiveId" clId="{0A834EE8-E5CC-4A1E-8A89-F90141B49929}" dt="2026-09-26T16:38:29.436" v="151" actId="164"/>
          <ac:spMkLst>
            <pc:docMk/>
            <pc:sldMk cId="1650686854" sldId="272"/>
            <ac:spMk id="20" creationId="{3E63FD9C-CC1B-901C-8C7D-A01F6CCF3F9B}"/>
          </ac:spMkLst>
        </pc:spChg>
        <pc:spChg chg="add mod">
          <ac:chgData name="RAJASHREE HALDER" userId="038ca4f0de393e21" providerId="LiveId" clId="{0A834EE8-E5CC-4A1E-8A89-F90141B49929}" dt="2026-09-26T16:38:29.436" v="151" actId="164"/>
          <ac:spMkLst>
            <pc:docMk/>
            <pc:sldMk cId="1650686854" sldId="272"/>
            <ac:spMk id="22" creationId="{CEBBBF92-C5A9-187E-CD35-4F2983F27986}"/>
          </ac:spMkLst>
        </pc:spChg>
        <pc:spChg chg="add mod">
          <ac:chgData name="RAJASHREE HALDER" userId="038ca4f0de393e21" providerId="LiveId" clId="{0A834EE8-E5CC-4A1E-8A89-F90141B49929}" dt="2026-09-26T16:38:29.436" v="151" actId="164"/>
          <ac:spMkLst>
            <pc:docMk/>
            <pc:sldMk cId="1650686854" sldId="272"/>
            <ac:spMk id="24" creationId="{C0DB5568-093A-1E40-5FE5-719CC80D5F8F}"/>
          </ac:spMkLst>
        </pc:spChg>
        <pc:grpChg chg="mod">
          <ac:chgData name="RAJASHREE HALDER" userId="038ca4f0de393e21" providerId="LiveId" clId="{0A834EE8-E5CC-4A1E-8A89-F90141B49929}" dt="2026-09-26T17:00:30.489" v="404" actId="1035"/>
          <ac:grpSpMkLst>
            <pc:docMk/>
            <pc:sldMk cId="1650686854" sldId="272"/>
            <ac:grpSpMk id="25" creationId="{E143E421-BC9B-844F-76FB-ED605773D12E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501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385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378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698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616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127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630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339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14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54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638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50536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528781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85697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312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1255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7271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702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767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2793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625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6200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1856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5185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7796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0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5401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4993A-03A9-D114-6EBF-40D4837E7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B1117-03FB-0243-6BAD-A66BA69C4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74B14-416E-9101-5AEF-B92909561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16970-C4A0-526F-59EC-27AD15A06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D721F-7CE3-9404-DBFF-5C5B71E2D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511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6311-4141-9F11-F1FD-01D3ECA14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E741B3-E811-C462-2309-7738200C7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468BF-A216-B00F-F51A-C7D2BFCAC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837AD-8D71-2A59-72A2-42C73D58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B2189-5CD4-2031-78A1-8D573DFFB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593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121A8E72-2B7E-4EFF-8FA7-245C5E7DEF7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CD87035A-003D-4D57-ADCF-B35700706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866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his may contain: an abstract blue and white background with three diamond shapes on the bottom right corner, one in the middle">
            <a:extLst>
              <a:ext uri="{FF2B5EF4-FFF2-40B4-BE49-F238E27FC236}">
                <a16:creationId xmlns:a16="http://schemas.microsoft.com/office/drawing/2014/main" id="{6D265C65-1B00-56A4-B2CD-3DDCFCAF0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3376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A1EDB78-8224-538E-6341-7415BB71C3AE}"/>
              </a:ext>
            </a:extLst>
          </p:cNvPr>
          <p:cNvSpPr txBox="1"/>
          <p:nvPr/>
        </p:nvSpPr>
        <p:spPr>
          <a:xfrm>
            <a:off x="2799034" y="3429000"/>
            <a:ext cx="27976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 err="1">
                <a:latin typeface="Algerian" panose="04020705040A02060702" pitchFamily="82" charset="0"/>
              </a:rPr>
              <a:t>Php</a:t>
            </a:r>
            <a:r>
              <a:rPr lang="en-IN" sz="4000" b="1" u="sng" dirty="0">
                <a:latin typeface="Algerian" panose="04020705040A02060702" pitchFamily="82" charset="0"/>
              </a:rPr>
              <a:t> Loops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E7591C-8C38-4818-FA35-BC4688F38301}"/>
              </a:ext>
            </a:extLst>
          </p:cNvPr>
          <p:cNvSpPr txBox="1"/>
          <p:nvPr/>
        </p:nvSpPr>
        <p:spPr>
          <a:xfrm>
            <a:off x="2855171" y="4269036"/>
            <a:ext cx="268535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5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Presented By~</a:t>
            </a:r>
          </a:p>
        </p:txBody>
      </p:sp>
    </p:spTree>
    <p:extLst>
      <p:ext uri="{BB962C8B-B14F-4D97-AF65-F5344CB8AC3E}">
        <p14:creationId xmlns:p14="http://schemas.microsoft.com/office/powerpoint/2010/main" val="1618662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is contains: 📨 Instagram 📨 LinkedIn  📨 Telegram">
            <a:extLst>
              <a:ext uri="{FF2B5EF4-FFF2-40B4-BE49-F238E27FC236}">
                <a16:creationId xmlns:a16="http://schemas.microsoft.com/office/drawing/2014/main" id="{96834763-B5D3-296C-6869-0DB06C32C0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6868FB-9B7A-9A0D-F965-A10262901F17}"/>
              </a:ext>
            </a:extLst>
          </p:cNvPr>
          <p:cNvSpPr txBox="1"/>
          <p:nvPr/>
        </p:nvSpPr>
        <p:spPr>
          <a:xfrm>
            <a:off x="6237516" y="609599"/>
            <a:ext cx="3766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67A86A-7160-738E-FA86-854BC93161CF}"/>
              </a:ext>
            </a:extLst>
          </p:cNvPr>
          <p:cNvSpPr txBox="1"/>
          <p:nvPr/>
        </p:nvSpPr>
        <p:spPr>
          <a:xfrm>
            <a:off x="3490451" y="2261419"/>
            <a:ext cx="793717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Arial Black" panose="020B0A04020102020204" pitchFamily="34" charset="0"/>
              </a:rPr>
              <a:t>Execute code repeatedly until condition is true.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Arial Black" panose="020B0A04020102020204" pitchFamily="34" charset="0"/>
              </a:rPr>
              <a:t>Reduce repetitive code, make programs shorter &amp; efficient.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Arial Black" panose="020B0A04020102020204" pitchFamily="34" charset="0"/>
              </a:rPr>
              <a:t>Common uses: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Black" panose="020B0A04020102020204" pitchFamily="34" charset="0"/>
              </a:rPr>
              <a:t>Displaying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Black" panose="020B0A04020102020204" pitchFamily="34" charset="0"/>
              </a:rPr>
              <a:t>Processing arrays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Black" panose="020B0A04020102020204" pitchFamily="34" charset="0"/>
              </a:rPr>
              <a:t>Performing calculations</a:t>
            </a:r>
          </a:p>
          <a:p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507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34679-1447-3164-B6E1-FE135FC48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is may contain: three blue buttons on a white background with space for your text or image in the center">
            <a:extLst>
              <a:ext uri="{FF2B5EF4-FFF2-40B4-BE49-F238E27FC236}">
                <a16:creationId xmlns:a16="http://schemas.microsoft.com/office/drawing/2014/main" id="{846A1D77-CD02-8923-601F-1DA14FFF1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456" y="538842"/>
            <a:ext cx="5771435" cy="5780315"/>
          </a:xfrm>
          <a:prstGeom prst="rect">
            <a:avLst/>
          </a:prstGeom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5DE7D04-DAF6-F910-ED0F-A6896191B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19" y="619124"/>
            <a:ext cx="4441881" cy="5151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D1A808-BF31-77EC-0458-580434EBD690}"/>
              </a:ext>
            </a:extLst>
          </p:cNvPr>
          <p:cNvSpPr txBox="1"/>
          <p:nvPr/>
        </p:nvSpPr>
        <p:spPr>
          <a:xfrm>
            <a:off x="1338943" y="3320142"/>
            <a:ext cx="32399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u="sng" dirty="0">
                <a:latin typeface="Algerian" panose="04020705040A02060702" pitchFamily="82" charset="0"/>
              </a:rPr>
              <a:t>Types of Loops in PHP</a:t>
            </a:r>
            <a:endParaRPr lang="en-IN" sz="2200" b="1" u="sng" dirty="0"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26C9C-1501-9EFD-ABD4-C2FC85FA26FA}"/>
              </a:ext>
            </a:extLst>
          </p:cNvPr>
          <p:cNvSpPr txBox="1"/>
          <p:nvPr/>
        </p:nvSpPr>
        <p:spPr>
          <a:xfrm>
            <a:off x="8022769" y="979714"/>
            <a:ext cx="16142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dirty="0">
                <a:latin typeface="Arial Rounded MT Bold" panose="020F0704030504030204" pitchFamily="34" charset="0"/>
              </a:rPr>
              <a:t>for loop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BEC5C7-BC14-DA17-15B8-72B3509767FD}"/>
              </a:ext>
            </a:extLst>
          </p:cNvPr>
          <p:cNvSpPr txBox="1"/>
          <p:nvPr/>
        </p:nvSpPr>
        <p:spPr>
          <a:xfrm>
            <a:off x="7108367" y="5324288"/>
            <a:ext cx="251530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dirty="0">
                <a:latin typeface="Arial Rounded MT Bold" panose="020F0704030504030204" pitchFamily="34" charset="0"/>
              </a:rPr>
              <a:t>foreach loop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E6B54-5E1C-03C8-F6F4-8AA98B284F29}"/>
              </a:ext>
            </a:extLst>
          </p:cNvPr>
          <p:cNvSpPr txBox="1"/>
          <p:nvPr/>
        </p:nvSpPr>
        <p:spPr>
          <a:xfrm>
            <a:off x="7345991" y="2431784"/>
            <a:ext cx="20730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dirty="0">
                <a:latin typeface="Arial Rounded MT Bold" panose="020F0704030504030204" pitchFamily="34" charset="0"/>
              </a:rPr>
              <a:t>while loop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8CCA68-5374-365E-33E4-5E8B54E74BFD}"/>
              </a:ext>
            </a:extLst>
          </p:cNvPr>
          <p:cNvSpPr txBox="1"/>
          <p:nvPr/>
        </p:nvSpPr>
        <p:spPr>
          <a:xfrm>
            <a:off x="7462361" y="3872218"/>
            <a:ext cx="267413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dirty="0">
                <a:latin typeface="Arial Rounded MT Bold" panose="020F0704030504030204" pitchFamily="34" charset="0"/>
              </a:rPr>
              <a:t>do-while loop</a:t>
            </a:r>
          </a:p>
        </p:txBody>
      </p:sp>
    </p:spTree>
    <p:extLst>
      <p:ext uri="{BB962C8B-B14F-4D97-AF65-F5344CB8AC3E}">
        <p14:creationId xmlns:p14="http://schemas.microsoft.com/office/powerpoint/2010/main" val="2798105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B162D-7F90-5432-965F-63A51F87D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is may contain: an abstract blue background with squares and lines">
            <a:extLst>
              <a:ext uri="{FF2B5EF4-FFF2-40B4-BE49-F238E27FC236}">
                <a16:creationId xmlns:a16="http://schemas.microsoft.com/office/drawing/2014/main" id="{AA0E8E06-1F54-C627-4232-F53EA1FAB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D763A3-CBE3-1C40-2838-8C5D338DE9D0}"/>
              </a:ext>
            </a:extLst>
          </p:cNvPr>
          <p:cNvSpPr txBox="1"/>
          <p:nvPr/>
        </p:nvSpPr>
        <p:spPr>
          <a:xfrm>
            <a:off x="4704381" y="570276"/>
            <a:ext cx="2587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 Loop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E824F6-AE43-9A7C-C0B8-9B9B28260398}"/>
              </a:ext>
            </a:extLst>
          </p:cNvPr>
          <p:cNvGrpSpPr/>
          <p:nvPr/>
        </p:nvGrpSpPr>
        <p:grpSpPr>
          <a:xfrm>
            <a:off x="955708" y="1422555"/>
            <a:ext cx="10280583" cy="4865169"/>
            <a:chOff x="563880" y="845820"/>
            <a:chExt cx="11064240" cy="516636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BFC86BB3-A81A-C667-9D67-08AF97019076}"/>
                </a:ext>
              </a:extLst>
            </p:cNvPr>
            <p:cNvSpPr/>
            <p:nvPr/>
          </p:nvSpPr>
          <p:spPr>
            <a:xfrm>
              <a:off x="563880" y="845820"/>
              <a:ext cx="5394960" cy="2514600"/>
            </a:xfrm>
            <a:prstGeom prst="rect">
              <a:avLst/>
            </a:prstGeom>
            <a:solidFill>
              <a:srgbClr val="F6F7FB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4623D532-A062-AA5C-7FF3-BE9245426D11}"/>
                </a:ext>
              </a:extLst>
            </p:cNvPr>
            <p:cNvSpPr/>
            <p:nvPr/>
          </p:nvSpPr>
          <p:spPr>
            <a:xfrm>
              <a:off x="792480" y="1046988"/>
              <a:ext cx="54864" cy="292608"/>
            </a:xfrm>
            <a:prstGeom prst="rect">
              <a:avLst/>
            </a:prstGeom>
            <a:solidFill>
              <a:srgbClr val="777BB4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8238CD69-C947-70F6-C656-A6FE39B76432}"/>
                </a:ext>
              </a:extLst>
            </p:cNvPr>
            <p:cNvSpPr txBox="1"/>
            <p:nvPr/>
          </p:nvSpPr>
          <p:spPr>
            <a:xfrm>
              <a:off x="929640" y="1019556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rgbClr val="1D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THEORY</a:t>
              </a:r>
              <a:endParaRPr lang="en-US" sz="1400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3E3378FC-79F5-E783-03C3-F43B43687227}"/>
                </a:ext>
              </a:extLst>
            </p:cNvPr>
            <p:cNvSpPr txBox="1"/>
            <p:nvPr/>
          </p:nvSpPr>
          <p:spPr>
            <a:xfrm>
              <a:off x="838200" y="1485900"/>
              <a:ext cx="4846320" cy="1691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30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for loop packages initialization, condition-check, and increment into one line. It runs the body only while the condition remains true, making it ideal for counting sequences and fixed-size iterations.</a:t>
              </a:r>
              <a:endParaRPr lang="en-US" sz="1300" dirty="0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9BCFDD4B-426A-93BA-BF37-3D73D8787866}"/>
                </a:ext>
              </a:extLst>
            </p:cNvPr>
            <p:cNvSpPr/>
            <p:nvPr/>
          </p:nvSpPr>
          <p:spPr>
            <a:xfrm>
              <a:off x="6233160" y="845820"/>
              <a:ext cx="5394960" cy="2514600"/>
            </a:xfrm>
            <a:prstGeom prst="rect">
              <a:avLst/>
            </a:prstGeom>
            <a:solidFill>
              <a:srgbClr val="F6F7FB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6E87839D-5CFF-8FEF-BDF9-A524F25E26D9}"/>
                </a:ext>
              </a:extLst>
            </p:cNvPr>
            <p:cNvSpPr/>
            <p:nvPr/>
          </p:nvSpPr>
          <p:spPr>
            <a:xfrm>
              <a:off x="6461760" y="1046988"/>
              <a:ext cx="54864" cy="292608"/>
            </a:xfrm>
            <a:prstGeom prst="rect">
              <a:avLst/>
            </a:prstGeom>
            <a:solidFill>
              <a:srgbClr val="777BB4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0243E3D8-6D07-0A63-9729-8AFDD861BCAD}"/>
                </a:ext>
              </a:extLst>
            </p:cNvPr>
            <p:cNvSpPr txBox="1"/>
            <p:nvPr/>
          </p:nvSpPr>
          <p:spPr>
            <a:xfrm>
              <a:off x="6598920" y="1019556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rgbClr val="1D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SYNTAX</a:t>
              </a:r>
              <a:endParaRPr lang="en-US" sz="1400" dirty="0"/>
            </a:p>
          </p:txBody>
        </p:sp>
        <p:sp>
          <p:nvSpPr>
            <p:cNvPr id="14" name="Shape 9">
              <a:extLst>
                <a:ext uri="{FF2B5EF4-FFF2-40B4-BE49-F238E27FC236}">
                  <a16:creationId xmlns:a16="http://schemas.microsoft.com/office/drawing/2014/main" id="{34181E7D-4871-E4CF-BD47-71DEEB7E3020}"/>
                </a:ext>
              </a:extLst>
            </p:cNvPr>
            <p:cNvSpPr/>
            <p:nvPr/>
          </p:nvSpPr>
          <p:spPr>
            <a:xfrm>
              <a:off x="6507480" y="1485900"/>
              <a:ext cx="4846320" cy="1645920"/>
            </a:xfrm>
            <a:prstGeom prst="roundRect">
              <a:avLst>
                <a:gd name="adj" fmla="val 2778"/>
              </a:avLst>
            </a:prstGeom>
            <a:solidFill>
              <a:srgbClr val="1E1E2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0">
              <a:extLst>
                <a:ext uri="{FF2B5EF4-FFF2-40B4-BE49-F238E27FC236}">
                  <a16:creationId xmlns:a16="http://schemas.microsoft.com/office/drawing/2014/main" id="{6D972FFB-AF60-80C6-E236-FF75A4336E0D}"/>
                </a:ext>
              </a:extLst>
            </p:cNvPr>
            <p:cNvSpPr txBox="1"/>
            <p:nvPr/>
          </p:nvSpPr>
          <p:spPr>
            <a:xfrm>
              <a:off x="6690360" y="1623060"/>
              <a:ext cx="4480560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buNone/>
              </a:pPr>
              <a:r>
                <a:rPr lang="en-US" sz="130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for (init; condition; increment) {</a:t>
              </a:r>
              <a:endParaRPr lang="en-US" sz="13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30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// code to repeat</a:t>
              </a:r>
              <a:endParaRPr lang="en-US" sz="13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30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}</a:t>
              </a:r>
              <a:endParaRPr lang="en-US" sz="1300" dirty="0"/>
            </a:p>
          </p:txBody>
        </p:sp>
        <p:sp>
          <p:nvSpPr>
            <p:cNvPr id="16" name="Shape 11">
              <a:extLst>
                <a:ext uri="{FF2B5EF4-FFF2-40B4-BE49-F238E27FC236}">
                  <a16:creationId xmlns:a16="http://schemas.microsoft.com/office/drawing/2014/main" id="{B6CCF4C1-CE98-56CE-FA6A-CF16DE7C66D1}"/>
                </a:ext>
              </a:extLst>
            </p:cNvPr>
            <p:cNvSpPr/>
            <p:nvPr/>
          </p:nvSpPr>
          <p:spPr>
            <a:xfrm>
              <a:off x="563880" y="3497580"/>
              <a:ext cx="5394960" cy="2514600"/>
            </a:xfrm>
            <a:prstGeom prst="rect">
              <a:avLst/>
            </a:prstGeom>
            <a:solidFill>
              <a:srgbClr val="F6F7FB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58F3D03F-BB78-BC4A-B07C-96F573CBAB41}"/>
                </a:ext>
              </a:extLst>
            </p:cNvPr>
            <p:cNvSpPr/>
            <p:nvPr/>
          </p:nvSpPr>
          <p:spPr>
            <a:xfrm>
              <a:off x="792480" y="3698748"/>
              <a:ext cx="54864" cy="292608"/>
            </a:xfrm>
            <a:prstGeom prst="rect">
              <a:avLst/>
            </a:prstGeom>
            <a:solidFill>
              <a:srgbClr val="777BB4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5E102E4C-1749-A149-94B9-E22131D931C7}"/>
                </a:ext>
              </a:extLst>
            </p:cNvPr>
            <p:cNvSpPr txBox="1"/>
            <p:nvPr/>
          </p:nvSpPr>
          <p:spPr>
            <a:xfrm>
              <a:off x="929640" y="3671316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rgbClr val="1D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WORKFLOW</a:t>
              </a:r>
              <a:endParaRPr lang="en-US" sz="1400" dirty="0"/>
            </a:p>
          </p:txBody>
        </p:sp>
        <p:sp>
          <p:nvSpPr>
            <p:cNvPr id="19" name="Text 14">
              <a:extLst>
                <a:ext uri="{FF2B5EF4-FFF2-40B4-BE49-F238E27FC236}">
                  <a16:creationId xmlns:a16="http://schemas.microsoft.com/office/drawing/2014/main" id="{40A7EDFD-C07E-26F8-B9E7-CB298A6BCC1C}"/>
                </a:ext>
              </a:extLst>
            </p:cNvPr>
            <p:cNvSpPr txBox="1"/>
            <p:nvPr/>
          </p:nvSpPr>
          <p:spPr>
            <a:xfrm>
              <a:off x="838200" y="4119372"/>
              <a:ext cx="4846320" cy="1691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  Initialize the counter variable once</a:t>
              </a:r>
              <a:endParaRPr lang="en-US" sz="1250" dirty="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 Evaluate the condition before each pass</a:t>
              </a:r>
              <a:endParaRPr lang="en-US" sz="1250" dirty="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 Run the body if the condition is true</a:t>
              </a:r>
              <a:endParaRPr lang="en-US" sz="1250" dirty="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  Execute the increment/decrement step</a:t>
              </a:r>
              <a:endParaRPr lang="en-US" sz="1250" dirty="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5.  Repeat from step 2 until condition is false</a:t>
              </a:r>
              <a:endParaRPr lang="en-US" sz="1250" dirty="0"/>
            </a:p>
          </p:txBody>
        </p:sp>
        <p:sp>
          <p:nvSpPr>
            <p:cNvPr id="20" name="Shape 15">
              <a:extLst>
                <a:ext uri="{FF2B5EF4-FFF2-40B4-BE49-F238E27FC236}">
                  <a16:creationId xmlns:a16="http://schemas.microsoft.com/office/drawing/2014/main" id="{BC722C51-00E3-32CE-98B0-2922236CED19}"/>
                </a:ext>
              </a:extLst>
            </p:cNvPr>
            <p:cNvSpPr/>
            <p:nvPr/>
          </p:nvSpPr>
          <p:spPr>
            <a:xfrm>
              <a:off x="6233160" y="3497580"/>
              <a:ext cx="5394960" cy="2514600"/>
            </a:xfrm>
            <a:prstGeom prst="roundRect">
              <a:avLst>
                <a:gd name="adj" fmla="val 2545"/>
              </a:avLst>
            </a:prstGeom>
            <a:solidFill>
              <a:srgbClr val="1E1E2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Shape 16">
              <a:extLst>
                <a:ext uri="{FF2B5EF4-FFF2-40B4-BE49-F238E27FC236}">
                  <a16:creationId xmlns:a16="http://schemas.microsoft.com/office/drawing/2014/main" id="{9FF5F0CC-0350-8960-D357-233B4F8FD74B}"/>
                </a:ext>
              </a:extLst>
            </p:cNvPr>
            <p:cNvSpPr/>
            <p:nvPr/>
          </p:nvSpPr>
          <p:spPr>
            <a:xfrm>
              <a:off x="6416040" y="3634740"/>
              <a:ext cx="100584" cy="100584"/>
            </a:xfrm>
            <a:prstGeom prst="ellipse">
              <a:avLst/>
            </a:prstGeom>
            <a:solidFill>
              <a:srgbClr val="E5605A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Shape 17">
              <a:extLst>
                <a:ext uri="{FF2B5EF4-FFF2-40B4-BE49-F238E27FC236}">
                  <a16:creationId xmlns:a16="http://schemas.microsoft.com/office/drawing/2014/main" id="{69E10E6E-7311-CAFB-38DE-DF0541ABA0C0}"/>
                </a:ext>
              </a:extLst>
            </p:cNvPr>
            <p:cNvSpPr/>
            <p:nvPr/>
          </p:nvSpPr>
          <p:spPr>
            <a:xfrm>
              <a:off x="6598920" y="3634740"/>
              <a:ext cx="100584" cy="100584"/>
            </a:xfrm>
            <a:prstGeom prst="ellipse">
              <a:avLst/>
            </a:prstGeom>
            <a:solidFill>
              <a:srgbClr val="F0BF4C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Shape 18">
              <a:extLst>
                <a:ext uri="{FF2B5EF4-FFF2-40B4-BE49-F238E27FC236}">
                  <a16:creationId xmlns:a16="http://schemas.microsoft.com/office/drawing/2014/main" id="{5B68CFCA-AD84-AB03-B8CA-89EA84EC96C0}"/>
                </a:ext>
              </a:extLst>
            </p:cNvPr>
            <p:cNvSpPr/>
            <p:nvPr/>
          </p:nvSpPr>
          <p:spPr>
            <a:xfrm>
              <a:off x="6781800" y="3634740"/>
              <a:ext cx="100584" cy="100584"/>
            </a:xfrm>
            <a:prstGeom prst="ellipse">
              <a:avLst/>
            </a:prstGeom>
            <a:solidFill>
              <a:srgbClr val="62C554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 19">
              <a:extLst>
                <a:ext uri="{FF2B5EF4-FFF2-40B4-BE49-F238E27FC236}">
                  <a16:creationId xmlns:a16="http://schemas.microsoft.com/office/drawing/2014/main" id="{C7C5022F-6C11-63CF-CE2E-ED1E5A42E265}"/>
                </a:ext>
              </a:extLst>
            </p:cNvPr>
            <p:cNvSpPr txBox="1"/>
            <p:nvPr/>
          </p:nvSpPr>
          <p:spPr>
            <a:xfrm>
              <a:off x="6918960" y="3570732"/>
              <a:ext cx="4480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000" dirty="0">
                  <a:solidFill>
                    <a:srgbClr val="6B728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example.php</a:t>
              </a:r>
              <a:endParaRPr lang="en-US" sz="1000" dirty="0"/>
            </a:p>
          </p:txBody>
        </p:sp>
        <p:sp>
          <p:nvSpPr>
            <p:cNvPr id="25" name="Text 20">
              <a:extLst>
                <a:ext uri="{FF2B5EF4-FFF2-40B4-BE49-F238E27FC236}">
                  <a16:creationId xmlns:a16="http://schemas.microsoft.com/office/drawing/2014/main" id="{9207FE28-94A8-5E69-6663-DD2E3F70C58A}"/>
                </a:ext>
              </a:extLst>
            </p:cNvPr>
            <p:cNvSpPr txBox="1"/>
            <p:nvPr/>
          </p:nvSpPr>
          <p:spPr>
            <a:xfrm>
              <a:off x="6507480" y="3936492"/>
              <a:ext cx="484632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&lt;?php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for ($i = 1; $i &lt;= 5; $i++) {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echo "Number: $i\n";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}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// Output: Number: 1 ... 5</a:t>
              </a:r>
              <a:endParaRPr lang="en-US" sz="1150" dirty="0"/>
            </a:p>
          </p:txBody>
        </p:sp>
      </p:grpSp>
    </p:spTree>
    <p:extLst>
      <p:ext uri="{BB962C8B-B14F-4D97-AF65-F5344CB8AC3E}">
        <p14:creationId xmlns:p14="http://schemas.microsoft.com/office/powerpoint/2010/main" val="108348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6835A-F869-5D6D-D6F7-6C492FB44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is may contain: an abstract blue background with squares and lines">
            <a:extLst>
              <a:ext uri="{FF2B5EF4-FFF2-40B4-BE49-F238E27FC236}">
                <a16:creationId xmlns:a16="http://schemas.microsoft.com/office/drawing/2014/main" id="{080AC1A5-7708-3C07-2903-42908D683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9270B0-CAB4-F803-8EF3-C195E697B9CF}"/>
              </a:ext>
            </a:extLst>
          </p:cNvPr>
          <p:cNvSpPr txBox="1"/>
          <p:nvPr/>
        </p:nvSpPr>
        <p:spPr>
          <a:xfrm>
            <a:off x="4566730" y="530947"/>
            <a:ext cx="30724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while Loop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E8C1B52-B76B-0C36-6ED1-183201A55078}"/>
              </a:ext>
            </a:extLst>
          </p:cNvPr>
          <p:cNvGrpSpPr/>
          <p:nvPr/>
        </p:nvGrpSpPr>
        <p:grpSpPr>
          <a:xfrm>
            <a:off x="1037561" y="1514218"/>
            <a:ext cx="10527632" cy="4640259"/>
            <a:chOff x="381000" y="717804"/>
            <a:chExt cx="11430000" cy="5422392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7083E0ED-79F2-72C4-99F1-76515D13D994}"/>
                </a:ext>
              </a:extLst>
            </p:cNvPr>
            <p:cNvSpPr/>
            <p:nvPr/>
          </p:nvSpPr>
          <p:spPr>
            <a:xfrm>
              <a:off x="381000" y="717804"/>
              <a:ext cx="5394960" cy="2514600"/>
            </a:xfrm>
            <a:prstGeom prst="rect">
              <a:avLst/>
            </a:prstGeom>
            <a:solidFill>
              <a:srgbClr val="F6F7FB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F1FC042E-778C-478C-F6D1-CF5E650791BC}"/>
                </a:ext>
              </a:extLst>
            </p:cNvPr>
            <p:cNvSpPr/>
            <p:nvPr/>
          </p:nvSpPr>
          <p:spPr>
            <a:xfrm>
              <a:off x="609600" y="918972"/>
              <a:ext cx="54864" cy="292608"/>
            </a:xfrm>
            <a:prstGeom prst="rect">
              <a:avLst/>
            </a:prstGeom>
            <a:solidFill>
              <a:srgbClr val="777BB4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67EDBA89-3BAE-118F-E408-E363DA6EEADC}"/>
                </a:ext>
              </a:extLst>
            </p:cNvPr>
            <p:cNvSpPr txBox="1"/>
            <p:nvPr/>
          </p:nvSpPr>
          <p:spPr>
            <a:xfrm>
              <a:off x="746760" y="891540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rgbClr val="1D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THEORY</a:t>
              </a:r>
              <a:endParaRPr lang="en-US" sz="14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60AF499C-BE1A-844D-1DAE-4BBC8AC70746}"/>
                </a:ext>
              </a:extLst>
            </p:cNvPr>
            <p:cNvSpPr txBox="1"/>
            <p:nvPr/>
          </p:nvSpPr>
          <p:spPr>
            <a:xfrm>
              <a:off x="655320" y="1357884"/>
              <a:ext cx="4846320" cy="1691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30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while loop tests its condition before every iteration. If the condition is false from the start, the body never executes. It is commonly used when a loop should continue only while external data or state satisfies a rule.</a:t>
              </a:r>
              <a:endParaRPr lang="en-US" sz="1300" dirty="0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1E92FDB9-4B0D-2D8A-DF8F-FCFBA5F9D4C8}"/>
                </a:ext>
              </a:extLst>
            </p:cNvPr>
            <p:cNvSpPr/>
            <p:nvPr/>
          </p:nvSpPr>
          <p:spPr>
            <a:xfrm>
              <a:off x="6050280" y="717804"/>
              <a:ext cx="5394960" cy="2514600"/>
            </a:xfrm>
            <a:prstGeom prst="rect">
              <a:avLst/>
            </a:prstGeom>
            <a:solidFill>
              <a:srgbClr val="F6F7FB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8BD303E9-82A3-DDD6-018A-461A4B6C71B5}"/>
                </a:ext>
              </a:extLst>
            </p:cNvPr>
            <p:cNvSpPr/>
            <p:nvPr/>
          </p:nvSpPr>
          <p:spPr>
            <a:xfrm>
              <a:off x="6278880" y="918972"/>
              <a:ext cx="54864" cy="292608"/>
            </a:xfrm>
            <a:prstGeom prst="rect">
              <a:avLst/>
            </a:prstGeom>
            <a:solidFill>
              <a:srgbClr val="777BB4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900C60AB-2999-09E7-D098-C89B14A0712C}"/>
                </a:ext>
              </a:extLst>
            </p:cNvPr>
            <p:cNvSpPr txBox="1"/>
            <p:nvPr/>
          </p:nvSpPr>
          <p:spPr>
            <a:xfrm>
              <a:off x="6416040" y="891540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rgbClr val="1D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SYNTAX</a:t>
              </a:r>
              <a:endParaRPr lang="en-US" sz="1400" dirty="0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03031EE0-5E4F-22DD-51E4-A180DE3D1022}"/>
                </a:ext>
              </a:extLst>
            </p:cNvPr>
            <p:cNvSpPr/>
            <p:nvPr/>
          </p:nvSpPr>
          <p:spPr>
            <a:xfrm>
              <a:off x="6324600" y="1357884"/>
              <a:ext cx="4846320" cy="1645920"/>
            </a:xfrm>
            <a:prstGeom prst="roundRect">
              <a:avLst>
                <a:gd name="adj" fmla="val 2778"/>
              </a:avLst>
            </a:prstGeom>
            <a:solidFill>
              <a:srgbClr val="1E1E2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7135684F-0A44-DBB4-00B9-FC2B0147DA4F}"/>
                </a:ext>
              </a:extLst>
            </p:cNvPr>
            <p:cNvSpPr txBox="1"/>
            <p:nvPr/>
          </p:nvSpPr>
          <p:spPr>
            <a:xfrm>
              <a:off x="6507480" y="1495044"/>
              <a:ext cx="4480560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buNone/>
              </a:pPr>
              <a:r>
                <a:rPr lang="en-US" sz="130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while (condition) {</a:t>
              </a:r>
              <a:endParaRPr lang="en-US" sz="13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30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// code to repeat</a:t>
              </a:r>
              <a:endParaRPr lang="en-US" sz="13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30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}</a:t>
              </a:r>
              <a:endParaRPr lang="en-US" sz="1300" dirty="0"/>
            </a:p>
          </p:txBody>
        </p:sp>
        <p:sp>
          <p:nvSpPr>
            <p:cNvPr id="14" name="Shape 11">
              <a:extLst>
                <a:ext uri="{FF2B5EF4-FFF2-40B4-BE49-F238E27FC236}">
                  <a16:creationId xmlns:a16="http://schemas.microsoft.com/office/drawing/2014/main" id="{9395B054-4572-41BA-CFFF-3AE7123DBEFE}"/>
                </a:ext>
              </a:extLst>
            </p:cNvPr>
            <p:cNvSpPr/>
            <p:nvPr/>
          </p:nvSpPr>
          <p:spPr>
            <a:xfrm>
              <a:off x="381000" y="3369564"/>
              <a:ext cx="5394960" cy="2514600"/>
            </a:xfrm>
            <a:prstGeom prst="rect">
              <a:avLst/>
            </a:prstGeom>
            <a:solidFill>
              <a:srgbClr val="F6F7FB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A989A3C8-358D-BEF9-A7B3-DA46F8AE67BE}"/>
                </a:ext>
              </a:extLst>
            </p:cNvPr>
            <p:cNvSpPr/>
            <p:nvPr/>
          </p:nvSpPr>
          <p:spPr>
            <a:xfrm>
              <a:off x="609600" y="3570732"/>
              <a:ext cx="54864" cy="292608"/>
            </a:xfrm>
            <a:prstGeom prst="rect">
              <a:avLst/>
            </a:prstGeom>
            <a:solidFill>
              <a:srgbClr val="777BB4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E47EEC4D-3464-4BB9-26FB-A4C35DB6DBB5}"/>
                </a:ext>
              </a:extLst>
            </p:cNvPr>
            <p:cNvSpPr txBox="1"/>
            <p:nvPr/>
          </p:nvSpPr>
          <p:spPr>
            <a:xfrm>
              <a:off x="746760" y="3543300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rgbClr val="1D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WORKFLOW</a:t>
              </a:r>
              <a:endParaRPr lang="en-US" sz="1400" dirty="0"/>
            </a:p>
          </p:txBody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A77BBA9B-CDAC-1DEE-F7E6-A43406BBB922}"/>
                </a:ext>
              </a:extLst>
            </p:cNvPr>
            <p:cNvSpPr txBox="1"/>
            <p:nvPr/>
          </p:nvSpPr>
          <p:spPr>
            <a:xfrm>
              <a:off x="655320" y="3991356"/>
              <a:ext cx="4846320" cy="1691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  Evaluate the condition</a:t>
              </a:r>
              <a:endParaRPr lang="en-US" sz="1250" dirty="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 If true, execute the body</a:t>
              </a:r>
              <a:endParaRPr lang="en-US" sz="1250" dirty="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 Return to step 1 and re-check</a:t>
              </a:r>
              <a:endParaRPr lang="en-US" sz="1250" dirty="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  If false, exit the loop</a:t>
              </a:r>
              <a:endParaRPr lang="en-US" sz="1250" dirty="0"/>
            </a:p>
          </p:txBody>
        </p:sp>
        <p:sp>
          <p:nvSpPr>
            <p:cNvPr id="18" name="Shape 15">
              <a:extLst>
                <a:ext uri="{FF2B5EF4-FFF2-40B4-BE49-F238E27FC236}">
                  <a16:creationId xmlns:a16="http://schemas.microsoft.com/office/drawing/2014/main" id="{83F84A05-58B6-2218-E59E-75504215D369}"/>
                </a:ext>
              </a:extLst>
            </p:cNvPr>
            <p:cNvSpPr/>
            <p:nvPr/>
          </p:nvSpPr>
          <p:spPr>
            <a:xfrm>
              <a:off x="6050280" y="3369564"/>
              <a:ext cx="5394960" cy="2514600"/>
            </a:xfrm>
            <a:prstGeom prst="roundRect">
              <a:avLst>
                <a:gd name="adj" fmla="val 2545"/>
              </a:avLst>
            </a:prstGeom>
            <a:solidFill>
              <a:srgbClr val="1E1E2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Shape 16">
              <a:extLst>
                <a:ext uri="{FF2B5EF4-FFF2-40B4-BE49-F238E27FC236}">
                  <a16:creationId xmlns:a16="http://schemas.microsoft.com/office/drawing/2014/main" id="{F9B6A911-F289-9B9F-E6AE-6191664D953C}"/>
                </a:ext>
              </a:extLst>
            </p:cNvPr>
            <p:cNvSpPr/>
            <p:nvPr/>
          </p:nvSpPr>
          <p:spPr>
            <a:xfrm>
              <a:off x="6233160" y="3506724"/>
              <a:ext cx="100584" cy="100584"/>
            </a:xfrm>
            <a:prstGeom prst="ellipse">
              <a:avLst/>
            </a:prstGeom>
            <a:solidFill>
              <a:srgbClr val="E5605A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B1D9857B-5425-325D-17D5-7795FE860E67}"/>
                </a:ext>
              </a:extLst>
            </p:cNvPr>
            <p:cNvSpPr/>
            <p:nvPr/>
          </p:nvSpPr>
          <p:spPr>
            <a:xfrm>
              <a:off x="6416040" y="3506724"/>
              <a:ext cx="100584" cy="100584"/>
            </a:xfrm>
            <a:prstGeom prst="ellipse">
              <a:avLst/>
            </a:prstGeom>
            <a:solidFill>
              <a:srgbClr val="F0BF4C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Shape 18">
              <a:extLst>
                <a:ext uri="{FF2B5EF4-FFF2-40B4-BE49-F238E27FC236}">
                  <a16:creationId xmlns:a16="http://schemas.microsoft.com/office/drawing/2014/main" id="{E6F8DD7B-C787-2EE0-3D8B-95583E09ACA2}"/>
                </a:ext>
              </a:extLst>
            </p:cNvPr>
            <p:cNvSpPr/>
            <p:nvPr/>
          </p:nvSpPr>
          <p:spPr>
            <a:xfrm>
              <a:off x="6598920" y="3506724"/>
              <a:ext cx="100584" cy="100584"/>
            </a:xfrm>
            <a:prstGeom prst="ellipse">
              <a:avLst/>
            </a:prstGeom>
            <a:solidFill>
              <a:srgbClr val="62C554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7AD8942A-1265-4A2A-0B0C-536EEFEFF6FF}"/>
                </a:ext>
              </a:extLst>
            </p:cNvPr>
            <p:cNvSpPr txBox="1"/>
            <p:nvPr/>
          </p:nvSpPr>
          <p:spPr>
            <a:xfrm>
              <a:off x="6736080" y="3442716"/>
              <a:ext cx="4480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000" dirty="0">
                  <a:solidFill>
                    <a:srgbClr val="6B728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example.php</a:t>
              </a:r>
              <a:endParaRPr lang="en-US" sz="1000" dirty="0"/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9050D3C4-A950-2D14-8075-9A38D52A3AB9}"/>
                </a:ext>
              </a:extLst>
            </p:cNvPr>
            <p:cNvSpPr txBox="1"/>
            <p:nvPr/>
          </p:nvSpPr>
          <p:spPr>
            <a:xfrm>
              <a:off x="6324600" y="3808476"/>
              <a:ext cx="484632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&lt;?php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$i = 1;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while ($i &lt;= 5) {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echo "Count: $i\n";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$i++;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}</a:t>
              </a:r>
              <a:endParaRPr lang="en-US" sz="1150" dirty="0"/>
            </a:p>
          </p:txBody>
        </p:sp>
        <p:sp>
          <p:nvSpPr>
            <p:cNvPr id="24" name="Text 21">
              <a:extLst>
                <a:ext uri="{FF2B5EF4-FFF2-40B4-BE49-F238E27FC236}">
                  <a16:creationId xmlns:a16="http://schemas.microsoft.com/office/drawing/2014/main" id="{86D89B8B-3D6B-79B1-899D-210138A7BF33}"/>
                </a:ext>
              </a:extLst>
            </p:cNvPr>
            <p:cNvSpPr txBox="1"/>
            <p:nvPr/>
          </p:nvSpPr>
          <p:spPr>
            <a:xfrm>
              <a:off x="11262360" y="5865876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10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2735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3D832-A0B1-9083-1D03-261234FC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is may contain: an abstract blue background with squares and lines">
            <a:extLst>
              <a:ext uri="{FF2B5EF4-FFF2-40B4-BE49-F238E27FC236}">
                <a16:creationId xmlns:a16="http://schemas.microsoft.com/office/drawing/2014/main" id="{C2A3CB12-8C3E-9177-8156-D18A3C844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C36EE4-059F-B0F8-5804-C86BD4439D93}"/>
              </a:ext>
            </a:extLst>
          </p:cNvPr>
          <p:cNvSpPr txBox="1"/>
          <p:nvPr/>
        </p:nvSpPr>
        <p:spPr>
          <a:xfrm>
            <a:off x="4251200" y="544402"/>
            <a:ext cx="3689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do-while Loop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D017A0-DD12-A8A4-F551-85BA416B46C5}"/>
              </a:ext>
            </a:extLst>
          </p:cNvPr>
          <p:cNvGrpSpPr/>
          <p:nvPr/>
        </p:nvGrpSpPr>
        <p:grpSpPr>
          <a:xfrm>
            <a:off x="1002890" y="1430595"/>
            <a:ext cx="10257464" cy="4537586"/>
            <a:chOff x="563880" y="845820"/>
            <a:chExt cx="11064240" cy="5166360"/>
          </a:xfrm>
        </p:grpSpPr>
        <p:sp>
          <p:nvSpPr>
            <p:cNvPr id="2" name="Shape 2">
              <a:extLst>
                <a:ext uri="{FF2B5EF4-FFF2-40B4-BE49-F238E27FC236}">
                  <a16:creationId xmlns:a16="http://schemas.microsoft.com/office/drawing/2014/main" id="{CDBB7398-EC7C-56D8-2B97-E51C9E084D4E}"/>
                </a:ext>
              </a:extLst>
            </p:cNvPr>
            <p:cNvSpPr/>
            <p:nvPr/>
          </p:nvSpPr>
          <p:spPr>
            <a:xfrm>
              <a:off x="563880" y="845820"/>
              <a:ext cx="5394960" cy="2514600"/>
            </a:xfrm>
            <a:prstGeom prst="rect">
              <a:avLst/>
            </a:prstGeom>
            <a:solidFill>
              <a:srgbClr val="F6F7FB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AE5DE5CD-1148-90EA-0A17-6B3874D7B0E1}"/>
                </a:ext>
              </a:extLst>
            </p:cNvPr>
            <p:cNvSpPr/>
            <p:nvPr/>
          </p:nvSpPr>
          <p:spPr>
            <a:xfrm>
              <a:off x="792480" y="1046988"/>
              <a:ext cx="54864" cy="292608"/>
            </a:xfrm>
            <a:prstGeom prst="rect">
              <a:avLst/>
            </a:prstGeom>
            <a:solidFill>
              <a:srgbClr val="777BB4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DFFEF91E-EFC8-0D46-B6E3-0EB5391EAE38}"/>
                </a:ext>
              </a:extLst>
            </p:cNvPr>
            <p:cNvSpPr txBox="1"/>
            <p:nvPr/>
          </p:nvSpPr>
          <p:spPr>
            <a:xfrm>
              <a:off x="929640" y="1019556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rgbClr val="1D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THEORY</a:t>
              </a:r>
              <a:endParaRPr lang="en-US" sz="1400" dirty="0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986BCE53-5678-D2BD-1B0C-37527EA72BAD}"/>
                </a:ext>
              </a:extLst>
            </p:cNvPr>
            <p:cNvSpPr txBox="1"/>
            <p:nvPr/>
          </p:nvSpPr>
          <p:spPr>
            <a:xfrm>
              <a:off x="838200" y="1485900"/>
              <a:ext cx="4846320" cy="1691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30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do-while loop runs its body first, then checks the condition. This makes it well-suited for menus, prompts, or validation flows that must execute at least one time before deciding whether to repeat.</a:t>
              </a:r>
              <a:endParaRPr lang="en-US" sz="1300" dirty="0"/>
            </a:p>
          </p:txBody>
        </p:sp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7D0E60BF-7EBC-9D46-AB18-C99EE0FCA089}"/>
                </a:ext>
              </a:extLst>
            </p:cNvPr>
            <p:cNvSpPr/>
            <p:nvPr/>
          </p:nvSpPr>
          <p:spPr>
            <a:xfrm>
              <a:off x="6233160" y="845820"/>
              <a:ext cx="5394960" cy="2514600"/>
            </a:xfrm>
            <a:prstGeom prst="rect">
              <a:avLst/>
            </a:prstGeom>
            <a:solidFill>
              <a:srgbClr val="F6F7FB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33CCBA04-FBBB-A1B5-46E0-E1FEC8EDA322}"/>
                </a:ext>
              </a:extLst>
            </p:cNvPr>
            <p:cNvSpPr/>
            <p:nvPr/>
          </p:nvSpPr>
          <p:spPr>
            <a:xfrm>
              <a:off x="6461760" y="1046988"/>
              <a:ext cx="54864" cy="292608"/>
            </a:xfrm>
            <a:prstGeom prst="rect">
              <a:avLst/>
            </a:prstGeom>
            <a:solidFill>
              <a:srgbClr val="777BB4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FBCE2D7A-B4C7-2EA7-8BED-6A1FEF814B25}"/>
                </a:ext>
              </a:extLst>
            </p:cNvPr>
            <p:cNvSpPr txBox="1"/>
            <p:nvPr/>
          </p:nvSpPr>
          <p:spPr>
            <a:xfrm>
              <a:off x="6598920" y="1019556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rgbClr val="1D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SYNTAX</a:t>
              </a:r>
              <a:endParaRPr lang="en-US" sz="1400" dirty="0"/>
            </a:p>
          </p:txBody>
        </p:sp>
        <p:sp>
          <p:nvSpPr>
            <p:cNvPr id="10" name="Shape 9">
              <a:extLst>
                <a:ext uri="{FF2B5EF4-FFF2-40B4-BE49-F238E27FC236}">
                  <a16:creationId xmlns:a16="http://schemas.microsoft.com/office/drawing/2014/main" id="{40FD83C1-42E9-2FDB-A8B8-0E8948D7B127}"/>
                </a:ext>
              </a:extLst>
            </p:cNvPr>
            <p:cNvSpPr/>
            <p:nvPr/>
          </p:nvSpPr>
          <p:spPr>
            <a:xfrm>
              <a:off x="6507480" y="1485900"/>
              <a:ext cx="4846320" cy="1645920"/>
            </a:xfrm>
            <a:prstGeom prst="roundRect">
              <a:avLst>
                <a:gd name="adj" fmla="val 2778"/>
              </a:avLst>
            </a:prstGeom>
            <a:solidFill>
              <a:srgbClr val="1E1E2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5A423AAA-450E-2A15-3455-CA0E4AC868C9}"/>
                </a:ext>
              </a:extLst>
            </p:cNvPr>
            <p:cNvSpPr txBox="1"/>
            <p:nvPr/>
          </p:nvSpPr>
          <p:spPr>
            <a:xfrm>
              <a:off x="6690360" y="1623060"/>
              <a:ext cx="4480560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buNone/>
              </a:pPr>
              <a:r>
                <a:rPr lang="en-US" sz="130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do {</a:t>
              </a:r>
              <a:endParaRPr lang="en-US" sz="13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30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// code to repeat</a:t>
              </a:r>
              <a:endParaRPr lang="en-US" sz="13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30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} while (condition);</a:t>
              </a:r>
              <a:endParaRPr lang="en-US" sz="1300" dirty="0"/>
            </a:p>
          </p:txBody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95889502-9014-73C9-17C3-C707D1E806B2}"/>
                </a:ext>
              </a:extLst>
            </p:cNvPr>
            <p:cNvSpPr/>
            <p:nvPr/>
          </p:nvSpPr>
          <p:spPr>
            <a:xfrm>
              <a:off x="563880" y="3497580"/>
              <a:ext cx="5394960" cy="2514600"/>
            </a:xfrm>
            <a:prstGeom prst="rect">
              <a:avLst/>
            </a:prstGeom>
            <a:solidFill>
              <a:srgbClr val="F6F7FB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088E0976-F935-55A8-A798-948DC7A0D7CF}"/>
                </a:ext>
              </a:extLst>
            </p:cNvPr>
            <p:cNvSpPr/>
            <p:nvPr/>
          </p:nvSpPr>
          <p:spPr>
            <a:xfrm>
              <a:off x="792480" y="3698748"/>
              <a:ext cx="54864" cy="292608"/>
            </a:xfrm>
            <a:prstGeom prst="rect">
              <a:avLst/>
            </a:prstGeom>
            <a:solidFill>
              <a:srgbClr val="777BB4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E8771389-F36F-2C93-2474-6BC6D2AEF494}"/>
                </a:ext>
              </a:extLst>
            </p:cNvPr>
            <p:cNvSpPr txBox="1"/>
            <p:nvPr/>
          </p:nvSpPr>
          <p:spPr>
            <a:xfrm>
              <a:off x="929640" y="3671316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rgbClr val="1D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WORKFLOW</a:t>
              </a:r>
              <a:endParaRPr lang="en-US" sz="14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40A3247E-2EEC-4F7B-9699-243DEB50D36E}"/>
                </a:ext>
              </a:extLst>
            </p:cNvPr>
            <p:cNvSpPr txBox="1"/>
            <p:nvPr/>
          </p:nvSpPr>
          <p:spPr>
            <a:xfrm>
              <a:off x="838200" y="4119372"/>
              <a:ext cx="4846320" cy="1691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  Execute the body once</a:t>
              </a:r>
              <a:endParaRPr lang="en-US" sz="1250" dirty="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 Evaluate the condition</a:t>
              </a:r>
              <a:endParaRPr lang="en-US" sz="1250" dirty="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 If true, repeat from step 1</a:t>
              </a:r>
              <a:endParaRPr lang="en-US" sz="1250" dirty="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  If false, exit the loop</a:t>
              </a:r>
              <a:endParaRPr lang="en-US" sz="1250" dirty="0"/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0C9E9327-3D43-5910-702C-49953957F070}"/>
                </a:ext>
              </a:extLst>
            </p:cNvPr>
            <p:cNvSpPr/>
            <p:nvPr/>
          </p:nvSpPr>
          <p:spPr>
            <a:xfrm>
              <a:off x="6233160" y="3497580"/>
              <a:ext cx="5394960" cy="2514600"/>
            </a:xfrm>
            <a:prstGeom prst="roundRect">
              <a:avLst>
                <a:gd name="adj" fmla="val 2545"/>
              </a:avLst>
            </a:prstGeom>
            <a:solidFill>
              <a:srgbClr val="1E1E2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78E2A41C-11E7-86F2-3D09-846E2B0E0700}"/>
                </a:ext>
              </a:extLst>
            </p:cNvPr>
            <p:cNvSpPr/>
            <p:nvPr/>
          </p:nvSpPr>
          <p:spPr>
            <a:xfrm>
              <a:off x="6416040" y="3634740"/>
              <a:ext cx="100584" cy="100584"/>
            </a:xfrm>
            <a:prstGeom prst="ellipse">
              <a:avLst/>
            </a:prstGeom>
            <a:solidFill>
              <a:srgbClr val="E5605A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6275F964-7907-69DD-6470-03F480E10BF9}"/>
                </a:ext>
              </a:extLst>
            </p:cNvPr>
            <p:cNvSpPr/>
            <p:nvPr/>
          </p:nvSpPr>
          <p:spPr>
            <a:xfrm>
              <a:off x="6598920" y="3634740"/>
              <a:ext cx="100584" cy="100584"/>
            </a:xfrm>
            <a:prstGeom prst="ellipse">
              <a:avLst/>
            </a:prstGeom>
            <a:solidFill>
              <a:srgbClr val="F0BF4C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6CDDEA35-8733-25E8-1AA7-53EB193CF097}"/>
                </a:ext>
              </a:extLst>
            </p:cNvPr>
            <p:cNvSpPr/>
            <p:nvPr/>
          </p:nvSpPr>
          <p:spPr>
            <a:xfrm>
              <a:off x="6781800" y="3634740"/>
              <a:ext cx="100584" cy="100584"/>
            </a:xfrm>
            <a:prstGeom prst="ellipse">
              <a:avLst/>
            </a:prstGeom>
            <a:solidFill>
              <a:srgbClr val="62C554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3D72F4F6-AC73-F18F-7DFD-C0418F085FD3}"/>
                </a:ext>
              </a:extLst>
            </p:cNvPr>
            <p:cNvSpPr txBox="1"/>
            <p:nvPr/>
          </p:nvSpPr>
          <p:spPr>
            <a:xfrm>
              <a:off x="6918960" y="3570732"/>
              <a:ext cx="4480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000" dirty="0">
                  <a:solidFill>
                    <a:srgbClr val="6B728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example.php</a:t>
              </a:r>
              <a:endParaRPr lang="en-US" sz="10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1C46A2A7-2FB8-7AFF-D66A-25EBFE732C8A}"/>
                </a:ext>
              </a:extLst>
            </p:cNvPr>
            <p:cNvSpPr txBox="1"/>
            <p:nvPr/>
          </p:nvSpPr>
          <p:spPr>
            <a:xfrm>
              <a:off x="6507480" y="3936492"/>
              <a:ext cx="484632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&lt;?php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$i = 1;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do {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echo "Try #$i\n";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$i++;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} while ($i &lt;= 3);</a:t>
              </a:r>
              <a:endParaRPr lang="en-US" sz="1150" dirty="0"/>
            </a:p>
          </p:txBody>
        </p:sp>
      </p:grpSp>
    </p:spTree>
    <p:extLst>
      <p:ext uri="{BB962C8B-B14F-4D97-AF65-F5344CB8AC3E}">
        <p14:creationId xmlns:p14="http://schemas.microsoft.com/office/powerpoint/2010/main" val="877158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D9C29-7769-9A00-478E-ED137BF63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is may contain: an abstract blue background with squares and lines">
            <a:extLst>
              <a:ext uri="{FF2B5EF4-FFF2-40B4-BE49-F238E27FC236}">
                <a16:creationId xmlns:a16="http://schemas.microsoft.com/office/drawing/2014/main" id="{80FA1ECC-C339-DA52-4076-1AF35ACD3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96FD6E-F515-E2AF-745E-696E01143B9A}"/>
              </a:ext>
            </a:extLst>
          </p:cNvPr>
          <p:cNvSpPr txBox="1"/>
          <p:nvPr/>
        </p:nvSpPr>
        <p:spPr>
          <a:xfrm>
            <a:off x="4422987" y="479517"/>
            <a:ext cx="3456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foreach Loop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143E421-BC9B-844F-76FB-ED605773D12E}"/>
              </a:ext>
            </a:extLst>
          </p:cNvPr>
          <p:cNvGrpSpPr/>
          <p:nvPr/>
        </p:nvGrpSpPr>
        <p:grpSpPr>
          <a:xfrm>
            <a:off x="983226" y="1288072"/>
            <a:ext cx="10559845" cy="4896420"/>
            <a:chOff x="381000" y="717804"/>
            <a:chExt cx="11430000" cy="5422392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AB7422EC-CAE7-320B-BB40-0BC7C2D6418F}"/>
                </a:ext>
              </a:extLst>
            </p:cNvPr>
            <p:cNvSpPr/>
            <p:nvPr/>
          </p:nvSpPr>
          <p:spPr>
            <a:xfrm>
              <a:off x="381000" y="717804"/>
              <a:ext cx="5394960" cy="2514600"/>
            </a:xfrm>
            <a:prstGeom prst="rect">
              <a:avLst/>
            </a:prstGeom>
            <a:solidFill>
              <a:srgbClr val="F6F7FB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32C528D4-4B09-F642-B663-8C6D835F6F6D}"/>
                </a:ext>
              </a:extLst>
            </p:cNvPr>
            <p:cNvSpPr/>
            <p:nvPr/>
          </p:nvSpPr>
          <p:spPr>
            <a:xfrm>
              <a:off x="609600" y="918972"/>
              <a:ext cx="54864" cy="292608"/>
            </a:xfrm>
            <a:prstGeom prst="rect">
              <a:avLst/>
            </a:prstGeom>
            <a:solidFill>
              <a:srgbClr val="777BB4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A7603BE2-1895-D329-6645-44777BD2A232}"/>
                </a:ext>
              </a:extLst>
            </p:cNvPr>
            <p:cNvSpPr txBox="1"/>
            <p:nvPr/>
          </p:nvSpPr>
          <p:spPr>
            <a:xfrm>
              <a:off x="746760" y="891540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rgbClr val="1D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THEORY</a:t>
              </a:r>
              <a:endParaRPr lang="en-US" sz="14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73F5D0EC-B7AC-9999-3066-8B242566B013}"/>
                </a:ext>
              </a:extLst>
            </p:cNvPr>
            <p:cNvSpPr txBox="1"/>
            <p:nvPr/>
          </p:nvSpPr>
          <p:spPr>
            <a:xfrm>
              <a:off x="655320" y="1357884"/>
              <a:ext cx="4846320" cy="1691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30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foreach loop automatically walks through every element of an array without a manual index or counter. It works on both indexed and associative arrays, and can expose the key alongside the value.</a:t>
              </a:r>
              <a:endParaRPr lang="en-US" sz="1300" dirty="0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B73DFBCE-28F2-4CD3-AA67-81C29FF73E4D}"/>
                </a:ext>
              </a:extLst>
            </p:cNvPr>
            <p:cNvSpPr/>
            <p:nvPr/>
          </p:nvSpPr>
          <p:spPr>
            <a:xfrm>
              <a:off x="6050280" y="717804"/>
              <a:ext cx="5394960" cy="2514600"/>
            </a:xfrm>
            <a:prstGeom prst="rect">
              <a:avLst/>
            </a:prstGeom>
            <a:solidFill>
              <a:srgbClr val="F6F7FB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ECAAE174-7947-454E-20CC-AC3FFD608D54}"/>
                </a:ext>
              </a:extLst>
            </p:cNvPr>
            <p:cNvSpPr/>
            <p:nvPr/>
          </p:nvSpPr>
          <p:spPr>
            <a:xfrm>
              <a:off x="6278880" y="918972"/>
              <a:ext cx="54864" cy="292608"/>
            </a:xfrm>
            <a:prstGeom prst="rect">
              <a:avLst/>
            </a:prstGeom>
            <a:solidFill>
              <a:srgbClr val="777BB4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0BF4FAF6-425C-A2A5-0A6A-ECC69385639F}"/>
                </a:ext>
              </a:extLst>
            </p:cNvPr>
            <p:cNvSpPr txBox="1"/>
            <p:nvPr/>
          </p:nvSpPr>
          <p:spPr>
            <a:xfrm>
              <a:off x="6416040" y="891540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rgbClr val="1D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SYNTAX</a:t>
              </a:r>
              <a:endParaRPr lang="en-US" sz="1400" dirty="0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3F0A5CF0-02A3-04FC-4BEA-7FAF6BD07439}"/>
                </a:ext>
              </a:extLst>
            </p:cNvPr>
            <p:cNvSpPr/>
            <p:nvPr/>
          </p:nvSpPr>
          <p:spPr>
            <a:xfrm>
              <a:off x="6324600" y="1357884"/>
              <a:ext cx="4846320" cy="1645920"/>
            </a:xfrm>
            <a:prstGeom prst="roundRect">
              <a:avLst>
                <a:gd name="adj" fmla="val 2778"/>
              </a:avLst>
            </a:prstGeom>
            <a:solidFill>
              <a:srgbClr val="1E1E2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DC5E4C95-8E6C-5B92-51C5-5B9C7F0DAEA2}"/>
                </a:ext>
              </a:extLst>
            </p:cNvPr>
            <p:cNvSpPr txBox="1"/>
            <p:nvPr/>
          </p:nvSpPr>
          <p:spPr>
            <a:xfrm>
              <a:off x="6507480" y="1495044"/>
              <a:ext cx="4480560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buNone/>
              </a:pPr>
              <a:r>
                <a:rPr lang="en-US" sz="130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foreach ($array as $value) { ... }</a:t>
              </a:r>
              <a:endParaRPr lang="en-US" sz="1300" dirty="0"/>
            </a:p>
            <a:p>
              <a:pPr marL="0" indent="0">
                <a:lnSpc>
                  <a:spcPct val="120000"/>
                </a:lnSpc>
                <a:buNone/>
              </a:pPr>
              <a:endParaRPr lang="en-US" sz="13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30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foreach ($array as $key =&gt; $value)</a:t>
              </a:r>
              <a:endParaRPr lang="en-US" sz="13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30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{ ... }</a:t>
              </a:r>
              <a:endParaRPr lang="en-US" sz="1300" dirty="0"/>
            </a:p>
          </p:txBody>
        </p:sp>
        <p:sp>
          <p:nvSpPr>
            <p:cNvPr id="14" name="Shape 11">
              <a:extLst>
                <a:ext uri="{FF2B5EF4-FFF2-40B4-BE49-F238E27FC236}">
                  <a16:creationId xmlns:a16="http://schemas.microsoft.com/office/drawing/2014/main" id="{7AF3BDCA-9FE9-9C6E-6E3A-AD771A3E989D}"/>
                </a:ext>
              </a:extLst>
            </p:cNvPr>
            <p:cNvSpPr/>
            <p:nvPr/>
          </p:nvSpPr>
          <p:spPr>
            <a:xfrm>
              <a:off x="381000" y="3369564"/>
              <a:ext cx="5394960" cy="2514600"/>
            </a:xfrm>
            <a:prstGeom prst="rect">
              <a:avLst/>
            </a:prstGeom>
            <a:solidFill>
              <a:srgbClr val="F6F7FB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787E8A28-F8ED-CED6-8CD6-BD1B1AFB8C77}"/>
                </a:ext>
              </a:extLst>
            </p:cNvPr>
            <p:cNvSpPr/>
            <p:nvPr/>
          </p:nvSpPr>
          <p:spPr>
            <a:xfrm>
              <a:off x="609600" y="3570732"/>
              <a:ext cx="54864" cy="292608"/>
            </a:xfrm>
            <a:prstGeom prst="rect">
              <a:avLst/>
            </a:prstGeom>
            <a:solidFill>
              <a:srgbClr val="777BB4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22FC35FB-61C8-1A17-9BBB-9256B234CDF9}"/>
                </a:ext>
              </a:extLst>
            </p:cNvPr>
            <p:cNvSpPr txBox="1"/>
            <p:nvPr/>
          </p:nvSpPr>
          <p:spPr>
            <a:xfrm>
              <a:off x="746760" y="3543300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rgbClr val="1D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WORKFLOW</a:t>
              </a:r>
              <a:endParaRPr lang="en-US" sz="1400" dirty="0"/>
            </a:p>
          </p:txBody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7A42620C-A5D7-2A91-16BA-42E00BB87F41}"/>
                </a:ext>
              </a:extLst>
            </p:cNvPr>
            <p:cNvSpPr txBox="1"/>
            <p:nvPr/>
          </p:nvSpPr>
          <p:spPr>
            <a:xfrm>
              <a:off x="655320" y="3991356"/>
              <a:ext cx="4846320" cy="1691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  Point to the first array element</a:t>
              </a:r>
              <a:endParaRPr lang="en-US" sz="1250" dirty="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 Assign it to $value (and $key)</a:t>
              </a:r>
              <a:endParaRPr lang="en-US" sz="1250" dirty="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 Execute the loop body</a:t>
              </a:r>
              <a:endParaRPr lang="en-US" sz="1250" dirty="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  Advance to the next element</a:t>
              </a:r>
              <a:endParaRPr lang="en-US" sz="1250" dirty="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250" dirty="0">
                  <a:solidFill>
                    <a:srgbClr val="2328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5.  Repeat until the array is exhausted</a:t>
              </a:r>
              <a:endParaRPr lang="en-US" sz="1250" dirty="0"/>
            </a:p>
          </p:txBody>
        </p:sp>
        <p:sp>
          <p:nvSpPr>
            <p:cNvPr id="18" name="Shape 15">
              <a:extLst>
                <a:ext uri="{FF2B5EF4-FFF2-40B4-BE49-F238E27FC236}">
                  <a16:creationId xmlns:a16="http://schemas.microsoft.com/office/drawing/2014/main" id="{956169B9-50C6-8243-7FC9-CA0436D9127E}"/>
                </a:ext>
              </a:extLst>
            </p:cNvPr>
            <p:cNvSpPr/>
            <p:nvPr/>
          </p:nvSpPr>
          <p:spPr>
            <a:xfrm>
              <a:off x="6050280" y="3369564"/>
              <a:ext cx="5394960" cy="2514600"/>
            </a:xfrm>
            <a:prstGeom prst="roundRect">
              <a:avLst>
                <a:gd name="adj" fmla="val 2545"/>
              </a:avLst>
            </a:prstGeom>
            <a:solidFill>
              <a:srgbClr val="1E1E2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Shape 16">
              <a:extLst>
                <a:ext uri="{FF2B5EF4-FFF2-40B4-BE49-F238E27FC236}">
                  <a16:creationId xmlns:a16="http://schemas.microsoft.com/office/drawing/2014/main" id="{1E5EF25E-54E8-92E2-AFEE-A548F8F12495}"/>
                </a:ext>
              </a:extLst>
            </p:cNvPr>
            <p:cNvSpPr/>
            <p:nvPr/>
          </p:nvSpPr>
          <p:spPr>
            <a:xfrm>
              <a:off x="6233160" y="3506724"/>
              <a:ext cx="100584" cy="100584"/>
            </a:xfrm>
            <a:prstGeom prst="ellipse">
              <a:avLst/>
            </a:prstGeom>
            <a:solidFill>
              <a:srgbClr val="E5605A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3E63FD9C-CC1B-901C-8C7D-A01F6CCF3F9B}"/>
                </a:ext>
              </a:extLst>
            </p:cNvPr>
            <p:cNvSpPr/>
            <p:nvPr/>
          </p:nvSpPr>
          <p:spPr>
            <a:xfrm>
              <a:off x="6416040" y="3506724"/>
              <a:ext cx="100584" cy="100584"/>
            </a:xfrm>
            <a:prstGeom prst="ellipse">
              <a:avLst/>
            </a:prstGeom>
            <a:solidFill>
              <a:srgbClr val="F0BF4C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Shape 18">
              <a:extLst>
                <a:ext uri="{FF2B5EF4-FFF2-40B4-BE49-F238E27FC236}">
                  <a16:creationId xmlns:a16="http://schemas.microsoft.com/office/drawing/2014/main" id="{AEE1B71B-C537-9CB8-2BA2-A0F5F47F6B0B}"/>
                </a:ext>
              </a:extLst>
            </p:cNvPr>
            <p:cNvSpPr/>
            <p:nvPr/>
          </p:nvSpPr>
          <p:spPr>
            <a:xfrm>
              <a:off x="6598920" y="3506724"/>
              <a:ext cx="100584" cy="100584"/>
            </a:xfrm>
            <a:prstGeom prst="ellipse">
              <a:avLst/>
            </a:prstGeom>
            <a:solidFill>
              <a:srgbClr val="62C554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CEBBBF92-C5A9-187E-CD35-4F2983F27986}"/>
                </a:ext>
              </a:extLst>
            </p:cNvPr>
            <p:cNvSpPr txBox="1"/>
            <p:nvPr/>
          </p:nvSpPr>
          <p:spPr>
            <a:xfrm>
              <a:off x="6736080" y="3442716"/>
              <a:ext cx="4480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000" dirty="0">
                  <a:solidFill>
                    <a:srgbClr val="6B728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example.php</a:t>
              </a:r>
              <a:endParaRPr lang="en-US" sz="1000" dirty="0"/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ADECCF56-B921-A390-A8D7-D4A56E362695}"/>
                </a:ext>
              </a:extLst>
            </p:cNvPr>
            <p:cNvSpPr txBox="1"/>
            <p:nvPr/>
          </p:nvSpPr>
          <p:spPr>
            <a:xfrm>
              <a:off x="6324600" y="3808476"/>
              <a:ext cx="484632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&lt;?php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$roles = ["eng"=&gt;"Engineer",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      "pm"=&gt;"Manager"];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foreach ($roles as $k =&gt; $v) {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echo "$k: $v\n";</a:t>
              </a:r>
              <a:endParaRPr lang="en-US" sz="11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E4E6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}</a:t>
              </a:r>
              <a:endParaRPr lang="en-US" sz="1150" dirty="0"/>
            </a:p>
          </p:txBody>
        </p:sp>
        <p:sp>
          <p:nvSpPr>
            <p:cNvPr id="24" name="Text 21">
              <a:extLst>
                <a:ext uri="{FF2B5EF4-FFF2-40B4-BE49-F238E27FC236}">
                  <a16:creationId xmlns:a16="http://schemas.microsoft.com/office/drawing/2014/main" id="{C0DB5568-093A-1E40-5FE5-719CC80D5F8F}"/>
                </a:ext>
              </a:extLst>
            </p:cNvPr>
            <p:cNvSpPr txBox="1"/>
            <p:nvPr/>
          </p:nvSpPr>
          <p:spPr>
            <a:xfrm>
              <a:off x="11262360" y="5865876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10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50686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is may contain: an abstract blue background with wavy lines and a rectangle shaped frame in the center">
            <a:extLst>
              <a:ext uri="{FF2B5EF4-FFF2-40B4-BE49-F238E27FC236}">
                <a16:creationId xmlns:a16="http://schemas.microsoft.com/office/drawing/2014/main" id="{793746C8-BBBA-9A7D-0D38-3CF79F894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683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557FFE-1404-284F-5FA4-9B116DD7A467}"/>
              </a:ext>
            </a:extLst>
          </p:cNvPr>
          <p:cNvSpPr txBox="1"/>
          <p:nvPr/>
        </p:nvSpPr>
        <p:spPr>
          <a:xfrm>
            <a:off x="1055674" y="846953"/>
            <a:ext cx="64878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u="sng" dirty="0">
                <a:latin typeface="Algerian" panose="04020705040A02060702" pitchFamily="82" charset="0"/>
              </a:rPr>
              <a:t>Loop Control &amp; Nested Loops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0A694E7-A8DE-7A1F-E8BD-D486FDD57AA4}"/>
              </a:ext>
            </a:extLst>
          </p:cNvPr>
          <p:cNvGrpSpPr/>
          <p:nvPr/>
        </p:nvGrpSpPr>
        <p:grpSpPr>
          <a:xfrm>
            <a:off x="953728" y="3818981"/>
            <a:ext cx="8042789" cy="1400952"/>
            <a:chOff x="953728" y="3358241"/>
            <a:chExt cx="8042789" cy="1400952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916598A-64E3-85A0-55D7-7E8F6BF18A6B}"/>
                </a:ext>
              </a:extLst>
            </p:cNvPr>
            <p:cNvSpPr/>
            <p:nvPr/>
          </p:nvSpPr>
          <p:spPr>
            <a:xfrm>
              <a:off x="953728" y="3358241"/>
              <a:ext cx="6589830" cy="1400952"/>
            </a:xfrm>
            <a:prstGeom prst="roundRect">
              <a:avLst/>
            </a:prstGeom>
            <a:gradFill flip="none" rotWithShape="1">
              <a:gsLst>
                <a:gs pos="0">
                  <a:schemeClr val="tx2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tx2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tx2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044324B-E63B-EC5B-F586-1BCC63A3B508}"/>
                </a:ext>
              </a:extLst>
            </p:cNvPr>
            <p:cNvSpPr txBox="1"/>
            <p:nvPr/>
          </p:nvSpPr>
          <p:spPr>
            <a:xfrm>
              <a:off x="1055674" y="3397392"/>
              <a:ext cx="7940843" cy="12311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Nested</a:t>
              </a:r>
              <a:r>
                <a:rPr lang="en-I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IN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loops</a:t>
              </a:r>
              <a:endParaRPr lang="en-IN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 loop inside another loop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Example: </a:t>
              </a:r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nested for loop to print a pattern (e.g., number/star pyramid)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Use case:</a:t>
              </a:r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multiplication table using nested loops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1934DA-F000-6E4C-F687-F1E788CB1F7A}"/>
              </a:ext>
            </a:extLst>
          </p:cNvPr>
          <p:cNvGrpSpPr/>
          <p:nvPr/>
        </p:nvGrpSpPr>
        <p:grpSpPr>
          <a:xfrm>
            <a:off x="953728" y="1519509"/>
            <a:ext cx="6470735" cy="2493436"/>
            <a:chOff x="953728" y="1519509"/>
            <a:chExt cx="6470735" cy="249343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1CB73308-289C-4C69-4584-DF660A3500BC}"/>
                </a:ext>
              </a:extLst>
            </p:cNvPr>
            <p:cNvSpPr/>
            <p:nvPr/>
          </p:nvSpPr>
          <p:spPr>
            <a:xfrm>
              <a:off x="953728" y="1519509"/>
              <a:ext cx="5810865" cy="1759325"/>
            </a:xfrm>
            <a:prstGeom prst="roundRect">
              <a:avLst/>
            </a:prstGeom>
            <a:gradFill flip="none" rotWithShape="1">
              <a:gsLst>
                <a:gs pos="0">
                  <a:schemeClr val="tx2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tx2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tx2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DBB249F-3B69-7B70-945C-D696DBF50C4C}"/>
                </a:ext>
              </a:extLst>
            </p:cNvPr>
            <p:cNvGrpSpPr/>
            <p:nvPr/>
          </p:nvGrpSpPr>
          <p:grpSpPr>
            <a:xfrm>
              <a:off x="1174769" y="1638067"/>
              <a:ext cx="6249694" cy="2374878"/>
              <a:chOff x="1203158" y="1567857"/>
              <a:chExt cx="4754880" cy="2372219"/>
            </a:xfrm>
          </p:grpSpPr>
          <p:sp>
            <p:nvSpPr>
              <p:cNvPr id="17" name="Text 2">
                <a:extLst>
                  <a:ext uri="{FF2B5EF4-FFF2-40B4-BE49-F238E27FC236}">
                    <a16:creationId xmlns:a16="http://schemas.microsoft.com/office/drawing/2014/main" id="{01E52E0A-0334-DECD-DA63-05C2DB5B41D2}"/>
                  </a:ext>
                </a:extLst>
              </p:cNvPr>
              <p:cNvSpPr txBox="1"/>
              <p:nvPr/>
            </p:nvSpPr>
            <p:spPr>
              <a:xfrm>
                <a:off x="1203158" y="1567857"/>
                <a:ext cx="475488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break</a:t>
                </a:r>
                <a:endParaRPr lang="en-US" sz="1700" dirty="0"/>
              </a:p>
            </p:txBody>
          </p:sp>
          <p:sp>
            <p:nvSpPr>
              <p:cNvPr id="18" name="Text 3">
                <a:extLst>
                  <a:ext uri="{FF2B5EF4-FFF2-40B4-BE49-F238E27FC236}">
                    <a16:creationId xmlns:a16="http://schemas.microsoft.com/office/drawing/2014/main" id="{30276B7F-7C1F-B267-281A-D433C966861F}"/>
                  </a:ext>
                </a:extLst>
              </p:cNvPr>
              <p:cNvSpPr txBox="1"/>
              <p:nvPr/>
            </p:nvSpPr>
            <p:spPr>
              <a:xfrm>
                <a:off x="1203158" y="1979337"/>
                <a:ext cx="4754880" cy="1188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Exits the loop immediately, skipping any remaining iterations.</a:t>
                </a:r>
                <a:endParaRPr lang="en-US" sz="1600" dirty="0"/>
              </a:p>
            </p:txBody>
          </p:sp>
          <p:sp>
            <p:nvSpPr>
              <p:cNvPr id="19" name="Text 5">
                <a:extLst>
                  <a:ext uri="{FF2B5EF4-FFF2-40B4-BE49-F238E27FC236}">
                    <a16:creationId xmlns:a16="http://schemas.microsoft.com/office/drawing/2014/main" id="{8AED0F34-71C1-0777-9F27-973D0D196BDC}"/>
                  </a:ext>
                </a:extLst>
              </p:cNvPr>
              <p:cNvSpPr txBox="1"/>
              <p:nvPr/>
            </p:nvSpPr>
            <p:spPr>
              <a:xfrm>
                <a:off x="1203158" y="2339876"/>
                <a:ext cx="475488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continue</a:t>
                </a:r>
                <a:endParaRPr lang="en-US" sz="1700" dirty="0"/>
              </a:p>
            </p:txBody>
          </p:sp>
          <p:sp>
            <p:nvSpPr>
              <p:cNvPr id="20" name="Text 6">
                <a:extLst>
                  <a:ext uri="{FF2B5EF4-FFF2-40B4-BE49-F238E27FC236}">
                    <a16:creationId xmlns:a16="http://schemas.microsoft.com/office/drawing/2014/main" id="{2615B8DA-044F-235E-79D4-B060CAF6F923}"/>
                  </a:ext>
                </a:extLst>
              </p:cNvPr>
              <p:cNvSpPr txBox="1"/>
              <p:nvPr/>
            </p:nvSpPr>
            <p:spPr>
              <a:xfrm>
                <a:off x="1203158" y="2751356"/>
                <a:ext cx="4754880" cy="1188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Skips the rest of the current iteration and moves to the next one.</a:t>
                </a:r>
                <a:endParaRPr lang="en-US" sz="16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5786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is may contain: a laptop computer sitting on top of a blue background">
            <a:extLst>
              <a:ext uri="{FF2B5EF4-FFF2-40B4-BE49-F238E27FC236}">
                <a16:creationId xmlns:a16="http://schemas.microsoft.com/office/drawing/2014/main" id="{151C77DE-C712-28AE-6928-A229C9EA4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3772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5864AA-54E2-B582-5339-8D3A64AC118E}"/>
              </a:ext>
            </a:extLst>
          </p:cNvPr>
          <p:cNvSpPr txBox="1"/>
          <p:nvPr/>
        </p:nvSpPr>
        <p:spPr>
          <a:xfrm>
            <a:off x="5682345" y="402770"/>
            <a:ext cx="3831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latin typeface="Algerian" panose="04020705040A02060702" pitchFamily="82" charset="0"/>
              </a:rPr>
              <a:t>Applications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D0F4606-2220-632D-6146-06546922A661}"/>
              </a:ext>
            </a:extLst>
          </p:cNvPr>
          <p:cNvGrpSpPr/>
          <p:nvPr/>
        </p:nvGrpSpPr>
        <p:grpSpPr>
          <a:xfrm>
            <a:off x="5682345" y="1440631"/>
            <a:ext cx="4754880" cy="3749040"/>
            <a:chOff x="3718560" y="1554480"/>
            <a:chExt cx="4754880" cy="3749040"/>
          </a:xfrm>
        </p:grpSpPr>
        <p:sp>
          <p:nvSpPr>
            <p:cNvPr id="8" name="Text 8">
              <a:extLst>
                <a:ext uri="{FF2B5EF4-FFF2-40B4-BE49-F238E27FC236}">
                  <a16:creationId xmlns:a16="http://schemas.microsoft.com/office/drawing/2014/main" id="{D32E5B2B-9D14-4C82-C83F-D281F803990B}"/>
                </a:ext>
              </a:extLst>
            </p:cNvPr>
            <p:cNvSpPr txBox="1"/>
            <p:nvPr/>
          </p:nvSpPr>
          <p:spPr>
            <a:xfrm>
              <a:off x="3718560" y="1554480"/>
              <a:ext cx="4754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Which Loop to Use?</a:t>
              </a:r>
              <a:endParaRPr lang="en-US" sz="2000" b="1" dirty="0"/>
            </a:p>
          </p:txBody>
        </p:sp>
        <p:sp>
          <p:nvSpPr>
            <p:cNvPr id="9" name="Text 9">
              <a:extLst>
                <a:ext uri="{FF2B5EF4-FFF2-40B4-BE49-F238E27FC236}">
                  <a16:creationId xmlns:a16="http://schemas.microsoft.com/office/drawing/2014/main" id="{8637406E-D46E-BC34-6A14-9DB752C5564E}"/>
                </a:ext>
              </a:extLst>
            </p:cNvPr>
            <p:cNvSpPr txBox="1"/>
            <p:nvPr/>
          </p:nvSpPr>
          <p:spPr>
            <a:xfrm>
              <a:off x="3718560" y="2011680"/>
              <a:ext cx="4754880" cy="3291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spcAft>
                  <a:spcPts val="1400"/>
                </a:spcAft>
                <a:buSzPct val="100000"/>
                <a:buChar char="▸"/>
              </a:pPr>
              <a:r>
                <a:rPr lang="en-US" sz="20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Known count → for</a:t>
              </a:r>
              <a:endParaRPr lang="en-US" sz="2000" b="1" dirty="0"/>
            </a:p>
            <a:p>
              <a:pPr marL="342900" indent="-342900">
                <a:spcAft>
                  <a:spcPts val="1400"/>
                </a:spcAft>
                <a:buSzPct val="100000"/>
                <a:buChar char="▸"/>
              </a:pPr>
              <a:r>
                <a:rPr lang="en-US" sz="20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Unknown count, check first → while</a:t>
              </a:r>
              <a:endParaRPr lang="en-US" sz="2000" b="1" dirty="0"/>
            </a:p>
            <a:p>
              <a:pPr marL="342900" indent="-342900">
                <a:spcAft>
                  <a:spcPts val="1400"/>
                </a:spcAft>
                <a:buSzPct val="100000"/>
                <a:buChar char="▸"/>
              </a:pPr>
              <a:r>
                <a:rPr lang="en-US" sz="20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Must run at least once → do-while</a:t>
              </a:r>
              <a:endParaRPr lang="en-US" sz="2000" b="1" dirty="0"/>
            </a:p>
            <a:p>
              <a:pPr marL="342900" indent="-342900">
                <a:spcAft>
                  <a:spcPts val="1400"/>
                </a:spcAft>
                <a:buSzPct val="100000"/>
                <a:buChar char="▸"/>
              </a:pPr>
              <a:r>
                <a:rPr lang="en-US" sz="20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Iterating an array → foreach</a:t>
              </a:r>
              <a:endParaRPr lang="en-US" sz="2000" b="1" dirty="0"/>
            </a:p>
            <a:p>
              <a:pPr marL="342900" indent="-342900">
                <a:spcAft>
                  <a:spcPts val="1400"/>
                </a:spcAft>
                <a:buSzPct val="100000"/>
                <a:buChar char="▸"/>
              </a:pPr>
              <a:r>
                <a:rPr lang="en-US" sz="20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Avoid infinite loops — always update the condition variable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31473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is may contain: three people holding up a large white sign">
            <a:extLst>
              <a:ext uri="{FF2B5EF4-FFF2-40B4-BE49-F238E27FC236}">
                <a16:creationId xmlns:a16="http://schemas.microsoft.com/office/drawing/2014/main" id="{4F157A72-68E4-BD57-7E76-AA2DFBB12A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5" r="5202" b="7692"/>
          <a:stretch>
            <a:fillRect/>
          </a:stretch>
        </p:blipFill>
        <p:spPr>
          <a:xfrm>
            <a:off x="1" y="0"/>
            <a:ext cx="6716486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DBE906-269C-D831-5331-2B4784B8C8FD}"/>
              </a:ext>
            </a:extLst>
          </p:cNvPr>
          <p:cNvSpPr txBox="1"/>
          <p:nvPr/>
        </p:nvSpPr>
        <p:spPr>
          <a:xfrm>
            <a:off x="1766209" y="3429000"/>
            <a:ext cx="31840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6B6F3F-718B-F4E9-8107-5EACD5EBF6B9}"/>
              </a:ext>
            </a:extLst>
          </p:cNvPr>
          <p:cNvSpPr txBox="1"/>
          <p:nvPr/>
        </p:nvSpPr>
        <p:spPr>
          <a:xfrm>
            <a:off x="7226709" y="1995948"/>
            <a:ext cx="44933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Arial Black" panose="020B0A04020102020204" pitchFamily="34" charset="0"/>
              </a:rPr>
              <a:t>Loops are an important feature in PHP that help developers repeat tasks automatically. Whether you need to go through items in an array, run a block of code multiple times, or wait until a condition is true, PHP offers different types of loops to make these tasks easier and more efficient.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673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11163D-223B-9117-F6BB-981107973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684"/>
            <a:ext cx="12192000" cy="686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435289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151</TotalTime>
  <Words>730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Algerian</vt:lpstr>
      <vt:lpstr>Arial</vt:lpstr>
      <vt:lpstr>Arial Black</vt:lpstr>
      <vt:lpstr>Arial Rounded MT Bold</vt:lpstr>
      <vt:lpstr>Calibri</vt:lpstr>
      <vt:lpstr>Cambria</vt:lpstr>
      <vt:lpstr>Courier New</vt:lpstr>
      <vt:lpstr>Neue Haas Grotesk Text Pro</vt:lpstr>
      <vt:lpstr>System Font Regular</vt:lpstr>
      <vt:lpstr>Wingdings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RAJASHREE HALDER</dc:creator>
  <cp:lastModifiedBy>JAGANNATH MANI</cp:lastModifiedBy>
  <cp:revision>1</cp:revision>
  <dcterms:created xsi:type="dcterms:W3CDTF">2026-09-26T08:55:15Z</dcterms:created>
  <dcterms:modified xsi:type="dcterms:W3CDTF">2026-10-07T05:56:56Z</dcterms:modified>
</cp:coreProperties>
</file>